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1"/>
  </p:notesMasterIdLst>
  <p:sldIdLst>
    <p:sldId id="256" r:id="rId2"/>
    <p:sldId id="258" r:id="rId3"/>
    <p:sldId id="261" r:id="rId4"/>
    <p:sldId id="262" r:id="rId5"/>
    <p:sldId id="259" r:id="rId6"/>
    <p:sldId id="264" r:id="rId7"/>
    <p:sldId id="296" r:id="rId8"/>
    <p:sldId id="263" r:id="rId9"/>
    <p:sldId id="276" r:id="rId10"/>
  </p:sldIdLst>
  <p:sldSz cx="9144000" cy="5143500" type="screen16x9"/>
  <p:notesSz cx="6858000" cy="9144000"/>
  <p:embeddedFontLst>
    <p:embeddedFont>
      <p:font typeface="Bebas Neue" panose="020B0606020202050201" pitchFamily="34" charset="0"/>
      <p:regular r:id="rId12"/>
    </p:embeddedFont>
    <p:embeddedFont>
      <p:font typeface="Kanit Medium" panose="020B0604020202020204" charset="-34"/>
      <p:regular r:id="rId13"/>
      <p:bold r:id="rId14"/>
      <p:italic r:id="rId15"/>
      <p:boldItalic r:id="rId16"/>
    </p:embeddedFont>
    <p:embeddedFont>
      <p:font typeface="Nunito Light" pitchFamily="2" charset="0"/>
      <p:regular r:id="rId17"/>
      <p:italic r:id="rId18"/>
    </p:embeddedFont>
    <p:embeddedFont>
      <p:font typeface="Raleway"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Segoe UI" panose="020B0502040204020203"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27">
          <p15:clr>
            <a:srgbClr val="747775"/>
          </p15:clr>
        </p15:guide>
        <p15:guide id="2" orient="horz" pos="975">
          <p15:clr>
            <a:srgbClr val="747775"/>
          </p15:clr>
        </p15:guide>
        <p15:guide id="3" orient="horz" pos="2337">
          <p15:clr>
            <a:srgbClr val="747775"/>
          </p15:clr>
        </p15:guide>
        <p15:guide id="4" orient="horz" pos="25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1CD3F7-2ADC-4DCF-89D9-835F7DAC45D5}">
  <a:tblStyle styleId="{551CD3F7-2ADC-4DCF-89D9-835F7DAC45D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10F4851-3527-4FF3-AA42-205EEF91FDC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02"/>
      </p:cViewPr>
      <p:guideLst>
        <p:guide orient="horz" pos="627"/>
        <p:guide orient="horz" pos="975"/>
        <p:guide orient="horz" pos="2337"/>
        <p:guide orient="horz" pos="25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2549baa0b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2549baa0b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1125d80b419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8" name="Google Shape;998;g1125d80b41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2" name="Google Shape;822;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1125d80b419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1125d80b419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a:extLst>
            <a:ext uri="{FF2B5EF4-FFF2-40B4-BE49-F238E27FC236}">
              <a16:creationId xmlns:a16="http://schemas.microsoft.com/office/drawing/2014/main" id="{B55CEF2E-15B0-ED1B-8D7B-6E33360C0369}"/>
            </a:ext>
          </a:extLst>
        </p:cNvPr>
        <p:cNvGrpSpPr/>
        <p:nvPr/>
      </p:nvGrpSpPr>
      <p:grpSpPr>
        <a:xfrm>
          <a:off x="0" y="0"/>
          <a:ext cx="0" cy="0"/>
          <a:chOff x="0" y="0"/>
          <a:chExt cx="0" cy="0"/>
        </a:xfrm>
      </p:grpSpPr>
      <p:sp>
        <p:nvSpPr>
          <p:cNvPr id="1074" name="Google Shape;1074;g1125d80b419_0_108:notes">
            <a:extLst>
              <a:ext uri="{FF2B5EF4-FFF2-40B4-BE49-F238E27FC236}">
                <a16:creationId xmlns:a16="http://schemas.microsoft.com/office/drawing/2014/main" id="{65BAD3ED-1B74-1963-6CA4-541B94F61E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1125d80b419_0_108:notes">
            <a:extLst>
              <a:ext uri="{FF2B5EF4-FFF2-40B4-BE49-F238E27FC236}">
                <a16:creationId xmlns:a16="http://schemas.microsoft.com/office/drawing/2014/main" id="{D54B102E-6A56-D304-6D0D-EF890A7C4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2681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2"/>
        <p:cNvGrpSpPr/>
        <p:nvPr/>
      </p:nvGrpSpPr>
      <p:grpSpPr>
        <a:xfrm>
          <a:off x="0" y="0"/>
          <a:ext cx="0" cy="0"/>
          <a:chOff x="0" y="0"/>
          <a:chExt cx="0" cy="0"/>
        </a:xfrm>
      </p:grpSpPr>
      <p:sp>
        <p:nvSpPr>
          <p:cNvPr id="1583" name="Google Shape;1583;g2553ea330a6_0_14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4" name="Google Shape;1584;g2553ea330a6_0_14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5250" y="737525"/>
            <a:ext cx="6283800" cy="1548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100" y="2167650"/>
            <a:ext cx="46395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4"/>
        <p:cNvGrpSpPr/>
        <p:nvPr/>
      </p:nvGrpSpPr>
      <p:grpSpPr>
        <a:xfrm>
          <a:off x="0" y="0"/>
          <a:ext cx="0" cy="0"/>
          <a:chOff x="0" y="0"/>
          <a:chExt cx="0" cy="0"/>
        </a:xfrm>
      </p:grpSpPr>
      <p:grpSp>
        <p:nvGrpSpPr>
          <p:cNvPr id="55" name="Google Shape;55;p5"/>
          <p:cNvGrpSpPr/>
          <p:nvPr/>
        </p:nvGrpSpPr>
        <p:grpSpPr>
          <a:xfrm>
            <a:off x="114300" y="114300"/>
            <a:ext cx="8915400" cy="4916400"/>
            <a:chOff x="114300" y="114300"/>
            <a:chExt cx="8915400" cy="4916400"/>
          </a:xfrm>
        </p:grpSpPr>
        <p:sp>
          <p:nvSpPr>
            <p:cNvPr id="56" name="Google Shape;56;p5"/>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 name="Google Shape;57;p5"/>
            <p:cNvGrpSpPr/>
            <p:nvPr/>
          </p:nvGrpSpPr>
          <p:grpSpPr>
            <a:xfrm rot="5400000">
              <a:off x="3249924" y="4098413"/>
              <a:ext cx="286025" cy="1306200"/>
              <a:chOff x="978925" y="1314225"/>
              <a:chExt cx="286025" cy="1306200"/>
            </a:xfrm>
          </p:grpSpPr>
          <p:sp>
            <p:nvSpPr>
              <p:cNvPr id="58" name="Google Shape;58;p5"/>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5"/>
            <p:cNvGrpSpPr/>
            <p:nvPr/>
          </p:nvGrpSpPr>
          <p:grpSpPr>
            <a:xfrm flipH="1">
              <a:off x="276669" y="1107700"/>
              <a:ext cx="286025" cy="543450"/>
              <a:chOff x="978925" y="1314225"/>
              <a:chExt cx="286025" cy="543450"/>
            </a:xfrm>
          </p:grpSpPr>
          <p:sp>
            <p:nvSpPr>
              <p:cNvPr id="77" name="Google Shape;77;p5"/>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5"/>
            <p:cNvGrpSpPr/>
            <p:nvPr/>
          </p:nvGrpSpPr>
          <p:grpSpPr>
            <a:xfrm flipH="1">
              <a:off x="8581294" y="535000"/>
              <a:ext cx="286025" cy="238350"/>
              <a:chOff x="978925" y="2382075"/>
              <a:chExt cx="286025" cy="238350"/>
            </a:xfrm>
          </p:grpSpPr>
          <p:sp>
            <p:nvSpPr>
              <p:cNvPr id="86" name="Google Shape;86;p5"/>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0" name="Google Shape;90;p5"/>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txBox="1">
            <a:spLocks noGrp="1"/>
          </p:cNvSpPr>
          <p:nvPr>
            <p:ph type="subTitle" idx="1"/>
          </p:nvPr>
        </p:nvSpPr>
        <p:spPr>
          <a:xfrm>
            <a:off x="1290763" y="2303975"/>
            <a:ext cx="2907600" cy="457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2" name="Google Shape;92;p5"/>
          <p:cNvSpPr txBox="1">
            <a:spLocks noGrp="1"/>
          </p:cNvSpPr>
          <p:nvPr>
            <p:ph type="subTitle" idx="2"/>
          </p:nvPr>
        </p:nvSpPr>
        <p:spPr>
          <a:xfrm>
            <a:off x="4945638" y="2303975"/>
            <a:ext cx="2907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3" name="Google Shape;93;p5"/>
          <p:cNvSpPr txBox="1">
            <a:spLocks noGrp="1"/>
          </p:cNvSpPr>
          <p:nvPr>
            <p:ph type="subTitle" idx="3"/>
          </p:nvPr>
        </p:nvSpPr>
        <p:spPr>
          <a:xfrm>
            <a:off x="1290775" y="2615765"/>
            <a:ext cx="2907600" cy="128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4" name="Google Shape;94;p5"/>
          <p:cNvSpPr txBox="1">
            <a:spLocks noGrp="1"/>
          </p:cNvSpPr>
          <p:nvPr>
            <p:ph type="subTitle" idx="4"/>
          </p:nvPr>
        </p:nvSpPr>
        <p:spPr>
          <a:xfrm>
            <a:off x="4945650" y="2615765"/>
            <a:ext cx="2907600" cy="128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5" name="Google Shape;95;p5"/>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3"/>
        <p:cNvGrpSpPr/>
        <p:nvPr/>
      </p:nvGrpSpPr>
      <p:grpSpPr>
        <a:xfrm>
          <a:off x="0" y="0"/>
          <a:ext cx="0" cy="0"/>
          <a:chOff x="0" y="0"/>
          <a:chExt cx="0" cy="0"/>
        </a:xfrm>
      </p:grpSpPr>
      <p:sp>
        <p:nvSpPr>
          <p:cNvPr id="134" name="Google Shape;134;p7"/>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txBox="1">
            <a:spLocks noGrp="1"/>
          </p:cNvSpPr>
          <p:nvPr>
            <p:ph type="title"/>
          </p:nvPr>
        </p:nvSpPr>
        <p:spPr>
          <a:xfrm>
            <a:off x="720000" y="535000"/>
            <a:ext cx="32148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136" name="Google Shape;136;p7"/>
          <p:cNvSpPr txBox="1">
            <a:spLocks noGrp="1"/>
          </p:cNvSpPr>
          <p:nvPr>
            <p:ph type="body" idx="1"/>
          </p:nvPr>
        </p:nvSpPr>
        <p:spPr>
          <a:xfrm>
            <a:off x="720000" y="1141575"/>
            <a:ext cx="3214800" cy="1263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137" name="Google Shape;137;p7"/>
          <p:cNvSpPr>
            <a:spLocks noGrp="1"/>
          </p:cNvSpPr>
          <p:nvPr>
            <p:ph type="pic" idx="2"/>
          </p:nvPr>
        </p:nvSpPr>
        <p:spPr>
          <a:xfrm>
            <a:off x="5631000" y="535000"/>
            <a:ext cx="2791800" cy="4073400"/>
          </a:xfrm>
          <a:prstGeom prst="rect">
            <a:avLst/>
          </a:prstGeom>
          <a:noFill/>
          <a:ln>
            <a:noFill/>
          </a:ln>
        </p:spPr>
      </p:sp>
      <p:sp>
        <p:nvSpPr>
          <p:cNvPr id="138" name="Google Shape;138;p7"/>
          <p:cNvSpPr>
            <a:spLocks noGrp="1"/>
          </p:cNvSpPr>
          <p:nvPr>
            <p:ph type="pic" idx="3"/>
          </p:nvPr>
        </p:nvSpPr>
        <p:spPr>
          <a:xfrm>
            <a:off x="715100" y="2481375"/>
            <a:ext cx="4839600" cy="21270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9"/>
        <p:cNvGrpSpPr/>
        <p:nvPr/>
      </p:nvGrpSpPr>
      <p:grpSpPr>
        <a:xfrm>
          <a:off x="0" y="0"/>
          <a:ext cx="0" cy="0"/>
          <a:chOff x="0" y="0"/>
          <a:chExt cx="0" cy="0"/>
        </a:xfrm>
      </p:grpSpPr>
      <p:grpSp>
        <p:nvGrpSpPr>
          <p:cNvPr id="140" name="Google Shape;140;p8"/>
          <p:cNvGrpSpPr/>
          <p:nvPr/>
        </p:nvGrpSpPr>
        <p:grpSpPr>
          <a:xfrm>
            <a:off x="114300" y="114300"/>
            <a:ext cx="8915400" cy="4916400"/>
            <a:chOff x="114300" y="114300"/>
            <a:chExt cx="8915400" cy="4916400"/>
          </a:xfrm>
        </p:grpSpPr>
        <p:sp>
          <p:nvSpPr>
            <p:cNvPr id="141" name="Google Shape;141;p8"/>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8"/>
            <p:cNvGrpSpPr/>
            <p:nvPr/>
          </p:nvGrpSpPr>
          <p:grpSpPr>
            <a:xfrm rot="5400000">
              <a:off x="7918824" y="4098413"/>
              <a:ext cx="286025" cy="1306200"/>
              <a:chOff x="978925" y="1314225"/>
              <a:chExt cx="286025" cy="1306200"/>
            </a:xfrm>
          </p:grpSpPr>
          <p:sp>
            <p:nvSpPr>
              <p:cNvPr id="143" name="Google Shape;143;p8"/>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8"/>
            <p:cNvGrpSpPr/>
            <p:nvPr/>
          </p:nvGrpSpPr>
          <p:grpSpPr>
            <a:xfrm flipH="1">
              <a:off x="276669" y="1107700"/>
              <a:ext cx="286025" cy="543450"/>
              <a:chOff x="978925" y="1314225"/>
              <a:chExt cx="286025" cy="543450"/>
            </a:xfrm>
          </p:grpSpPr>
          <p:sp>
            <p:nvSpPr>
              <p:cNvPr id="162" name="Google Shape;162;p8"/>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8"/>
            <p:cNvGrpSpPr/>
            <p:nvPr/>
          </p:nvGrpSpPr>
          <p:grpSpPr>
            <a:xfrm flipH="1">
              <a:off x="8581294" y="535000"/>
              <a:ext cx="286025" cy="238350"/>
              <a:chOff x="978925" y="2382075"/>
              <a:chExt cx="286025" cy="238350"/>
            </a:xfrm>
          </p:grpSpPr>
          <p:sp>
            <p:nvSpPr>
              <p:cNvPr id="171" name="Google Shape;171;p8"/>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5" name="Google Shape;175;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6"/>
        <p:cNvGrpSpPr/>
        <p:nvPr/>
      </p:nvGrpSpPr>
      <p:grpSpPr>
        <a:xfrm>
          <a:off x="0" y="0"/>
          <a:ext cx="0" cy="0"/>
          <a:chOff x="0" y="0"/>
          <a:chExt cx="0" cy="0"/>
        </a:xfrm>
      </p:grpSpPr>
      <p:grpSp>
        <p:nvGrpSpPr>
          <p:cNvPr id="177" name="Google Shape;177;p9"/>
          <p:cNvGrpSpPr/>
          <p:nvPr/>
        </p:nvGrpSpPr>
        <p:grpSpPr>
          <a:xfrm>
            <a:off x="114300" y="114300"/>
            <a:ext cx="8915400" cy="4916400"/>
            <a:chOff x="114300" y="114300"/>
            <a:chExt cx="8915400" cy="4916400"/>
          </a:xfrm>
        </p:grpSpPr>
        <p:sp>
          <p:nvSpPr>
            <p:cNvPr id="178" name="Google Shape;178;p9"/>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9" name="Google Shape;179;p9"/>
            <p:cNvGrpSpPr/>
            <p:nvPr/>
          </p:nvGrpSpPr>
          <p:grpSpPr>
            <a:xfrm rot="5400000">
              <a:off x="7918824" y="4098413"/>
              <a:ext cx="286025" cy="1306200"/>
              <a:chOff x="978925" y="1314225"/>
              <a:chExt cx="286025" cy="1306200"/>
            </a:xfrm>
          </p:grpSpPr>
          <p:sp>
            <p:nvSpPr>
              <p:cNvPr id="180" name="Google Shape;180;p9"/>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9"/>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9"/>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9"/>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9"/>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9"/>
            <p:cNvGrpSpPr/>
            <p:nvPr/>
          </p:nvGrpSpPr>
          <p:grpSpPr>
            <a:xfrm flipH="1">
              <a:off x="276669" y="1107700"/>
              <a:ext cx="286025" cy="543450"/>
              <a:chOff x="978925" y="1314225"/>
              <a:chExt cx="286025" cy="543450"/>
            </a:xfrm>
          </p:grpSpPr>
          <p:sp>
            <p:nvSpPr>
              <p:cNvPr id="199" name="Google Shape;199;p9"/>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9"/>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9"/>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9"/>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 name="Google Shape;207;p9"/>
            <p:cNvGrpSpPr/>
            <p:nvPr/>
          </p:nvGrpSpPr>
          <p:grpSpPr>
            <a:xfrm flipH="1">
              <a:off x="8581294" y="535000"/>
              <a:ext cx="286025" cy="238350"/>
              <a:chOff x="978925" y="2382075"/>
              <a:chExt cx="286025" cy="238350"/>
            </a:xfrm>
          </p:grpSpPr>
          <p:sp>
            <p:nvSpPr>
              <p:cNvPr id="208" name="Google Shape;208;p9"/>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9"/>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9"/>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2" name="Google Shape;212;p9"/>
          <p:cNvSpPr txBox="1">
            <a:spLocks noGrp="1"/>
          </p:cNvSpPr>
          <p:nvPr>
            <p:ph type="title"/>
          </p:nvPr>
        </p:nvSpPr>
        <p:spPr>
          <a:xfrm>
            <a:off x="2241425" y="12931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3" name="Google Shape;213;p9"/>
          <p:cNvSpPr txBox="1">
            <a:spLocks noGrp="1"/>
          </p:cNvSpPr>
          <p:nvPr>
            <p:ph type="subTitle" idx="1"/>
          </p:nvPr>
        </p:nvSpPr>
        <p:spPr>
          <a:xfrm>
            <a:off x="2241475" y="21686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4"/>
        <p:cNvGrpSpPr/>
        <p:nvPr/>
      </p:nvGrpSpPr>
      <p:grpSpPr>
        <a:xfrm>
          <a:off x="0" y="0"/>
          <a:ext cx="0" cy="0"/>
          <a:chOff x="0" y="0"/>
          <a:chExt cx="0" cy="0"/>
        </a:xfrm>
      </p:grpSpPr>
      <p:sp>
        <p:nvSpPr>
          <p:cNvPr id="215" name="Google Shape;215;p10"/>
          <p:cNvSpPr>
            <a:spLocks noGrp="1"/>
          </p:cNvSpPr>
          <p:nvPr>
            <p:ph type="pic" idx="2"/>
          </p:nvPr>
        </p:nvSpPr>
        <p:spPr>
          <a:xfrm>
            <a:off x="0" y="0"/>
            <a:ext cx="9144000" cy="5143500"/>
          </a:xfrm>
          <a:prstGeom prst="rect">
            <a:avLst/>
          </a:prstGeom>
          <a:noFill/>
          <a:ln>
            <a:noFill/>
          </a:ln>
        </p:spPr>
      </p:sp>
      <p:sp>
        <p:nvSpPr>
          <p:cNvPr id="216" name="Google Shape;216;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22"/>
        <p:cNvGrpSpPr/>
        <p:nvPr/>
      </p:nvGrpSpPr>
      <p:grpSpPr>
        <a:xfrm>
          <a:off x="0" y="0"/>
          <a:ext cx="0" cy="0"/>
          <a:chOff x="0" y="0"/>
          <a:chExt cx="0" cy="0"/>
        </a:xfrm>
      </p:grpSpPr>
      <p:sp>
        <p:nvSpPr>
          <p:cNvPr id="223" name="Google Shape;223;p13"/>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3"/>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5" name="Google Shape;225;p13"/>
          <p:cNvSpPr txBox="1">
            <a:spLocks noGrp="1"/>
          </p:cNvSpPr>
          <p:nvPr>
            <p:ph type="title" idx="2" hasCustomPrompt="1"/>
          </p:nvPr>
        </p:nvSpPr>
        <p:spPr>
          <a:xfrm>
            <a:off x="4818333" y="1404683"/>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6" name="Google Shape;226;p13"/>
          <p:cNvSpPr txBox="1">
            <a:spLocks noGrp="1"/>
          </p:cNvSpPr>
          <p:nvPr>
            <p:ph type="title" idx="3" hasCustomPrompt="1"/>
          </p:nvPr>
        </p:nvSpPr>
        <p:spPr>
          <a:xfrm>
            <a:off x="4818333" y="3006928"/>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7" name="Google Shape;227;p13"/>
          <p:cNvSpPr txBox="1">
            <a:spLocks noGrp="1"/>
          </p:cNvSpPr>
          <p:nvPr>
            <p:ph type="title" idx="4" hasCustomPrompt="1"/>
          </p:nvPr>
        </p:nvSpPr>
        <p:spPr>
          <a:xfrm>
            <a:off x="4818333" y="1938765"/>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8" name="Google Shape;228;p13"/>
          <p:cNvSpPr txBox="1">
            <a:spLocks noGrp="1"/>
          </p:cNvSpPr>
          <p:nvPr>
            <p:ph type="title" idx="5" hasCustomPrompt="1"/>
          </p:nvPr>
        </p:nvSpPr>
        <p:spPr>
          <a:xfrm>
            <a:off x="4818333" y="3541010"/>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9" name="Google Shape;229;p13"/>
          <p:cNvSpPr txBox="1">
            <a:spLocks noGrp="1"/>
          </p:cNvSpPr>
          <p:nvPr>
            <p:ph type="title" idx="6" hasCustomPrompt="1"/>
          </p:nvPr>
        </p:nvSpPr>
        <p:spPr>
          <a:xfrm>
            <a:off x="4818333" y="2472846"/>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0" name="Google Shape;230;p13"/>
          <p:cNvSpPr txBox="1">
            <a:spLocks noGrp="1"/>
          </p:cNvSpPr>
          <p:nvPr>
            <p:ph type="title" idx="7" hasCustomPrompt="1"/>
          </p:nvPr>
        </p:nvSpPr>
        <p:spPr>
          <a:xfrm>
            <a:off x="4818333" y="4075091"/>
            <a:ext cx="734700" cy="45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1" name="Google Shape;231;p13"/>
          <p:cNvSpPr txBox="1">
            <a:spLocks noGrp="1"/>
          </p:cNvSpPr>
          <p:nvPr>
            <p:ph type="subTitle" idx="1"/>
          </p:nvPr>
        </p:nvSpPr>
        <p:spPr>
          <a:xfrm>
            <a:off x="5553033" y="140467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a:endParaRPr/>
          </a:p>
        </p:txBody>
      </p:sp>
      <p:sp>
        <p:nvSpPr>
          <p:cNvPr id="232" name="Google Shape;232;p13"/>
          <p:cNvSpPr txBox="1">
            <a:spLocks noGrp="1"/>
          </p:cNvSpPr>
          <p:nvPr>
            <p:ph type="subTitle" idx="8"/>
          </p:nvPr>
        </p:nvSpPr>
        <p:spPr>
          <a:xfrm>
            <a:off x="5553033" y="193876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a:endParaRPr/>
          </a:p>
        </p:txBody>
      </p:sp>
      <p:sp>
        <p:nvSpPr>
          <p:cNvPr id="233" name="Google Shape;233;p13"/>
          <p:cNvSpPr txBox="1">
            <a:spLocks noGrp="1"/>
          </p:cNvSpPr>
          <p:nvPr>
            <p:ph type="subTitle" idx="9"/>
          </p:nvPr>
        </p:nvSpPr>
        <p:spPr>
          <a:xfrm>
            <a:off x="5553033" y="247284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Kanit Medium"/>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2pPr>
            <a:lvl3pPr lvl="2"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3pPr>
            <a:lvl4pPr lvl="3"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4pPr>
            <a:lvl5pPr lvl="4"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5pPr>
            <a:lvl6pPr lvl="5"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6pPr>
            <a:lvl7pPr lvl="6"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7pPr>
            <a:lvl8pPr lvl="7"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8pPr>
            <a:lvl9pPr lvl="8" rtl="0">
              <a:lnSpc>
                <a:spcPct val="100000"/>
              </a:lnSpc>
              <a:spcBef>
                <a:spcPts val="0"/>
              </a:spcBef>
              <a:spcAft>
                <a:spcPts val="0"/>
              </a:spcAft>
              <a:buSzPts val="2000"/>
              <a:buFont typeface="Kanit Medium"/>
              <a:buNone/>
              <a:defRPr sz="2000">
                <a:latin typeface="Kanit Medium"/>
                <a:ea typeface="Kanit Medium"/>
                <a:cs typeface="Kanit Medium"/>
                <a:sym typeface="Kanit Medium"/>
              </a:defRPr>
            </a:lvl9pPr>
          </a:lstStyle>
          <a:p>
            <a:endParaRPr/>
          </a:p>
        </p:txBody>
      </p:sp>
      <p:sp>
        <p:nvSpPr>
          <p:cNvPr id="234" name="Google Shape;234;p13"/>
          <p:cNvSpPr txBox="1">
            <a:spLocks noGrp="1"/>
          </p:cNvSpPr>
          <p:nvPr>
            <p:ph type="subTitle" idx="13"/>
          </p:nvPr>
        </p:nvSpPr>
        <p:spPr>
          <a:xfrm>
            <a:off x="5553033" y="300693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35" name="Google Shape;235;p13"/>
          <p:cNvSpPr txBox="1">
            <a:spLocks noGrp="1"/>
          </p:cNvSpPr>
          <p:nvPr>
            <p:ph type="subTitle" idx="14"/>
          </p:nvPr>
        </p:nvSpPr>
        <p:spPr>
          <a:xfrm>
            <a:off x="5553033" y="3541015"/>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36" name="Google Shape;236;p13"/>
          <p:cNvSpPr txBox="1">
            <a:spLocks noGrp="1"/>
          </p:cNvSpPr>
          <p:nvPr>
            <p:ph type="subTitle" idx="15"/>
          </p:nvPr>
        </p:nvSpPr>
        <p:spPr>
          <a:xfrm>
            <a:off x="5553033" y="4075100"/>
            <a:ext cx="2305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a:solidFill>
                  <a:schemeClr val="dk1"/>
                </a:solidFill>
                <a:latin typeface="Kanit Medium"/>
                <a:ea typeface="Kanit Medium"/>
                <a:cs typeface="Kanit Medium"/>
                <a:sym typeface="Kanit Medium"/>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CUSTOM_1_1">
    <p:spTree>
      <p:nvGrpSpPr>
        <p:cNvPr id="1" name="Shape 267"/>
        <p:cNvGrpSpPr/>
        <p:nvPr/>
      </p:nvGrpSpPr>
      <p:grpSpPr>
        <a:xfrm>
          <a:off x="0" y="0"/>
          <a:ext cx="0" cy="0"/>
          <a:chOff x="0" y="0"/>
          <a:chExt cx="0" cy="0"/>
        </a:xfrm>
      </p:grpSpPr>
      <p:grpSp>
        <p:nvGrpSpPr>
          <p:cNvPr id="268" name="Google Shape;268;p15"/>
          <p:cNvGrpSpPr/>
          <p:nvPr/>
        </p:nvGrpSpPr>
        <p:grpSpPr>
          <a:xfrm>
            <a:off x="114300" y="114300"/>
            <a:ext cx="8915400" cy="4916400"/>
            <a:chOff x="114300" y="114300"/>
            <a:chExt cx="8915400" cy="4916400"/>
          </a:xfrm>
        </p:grpSpPr>
        <p:sp>
          <p:nvSpPr>
            <p:cNvPr id="269" name="Google Shape;269;p15"/>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 name="Google Shape;270;p15"/>
            <p:cNvGrpSpPr/>
            <p:nvPr/>
          </p:nvGrpSpPr>
          <p:grpSpPr>
            <a:xfrm rot="5400000">
              <a:off x="8528869" y="587438"/>
              <a:ext cx="390900" cy="286025"/>
              <a:chOff x="719994" y="4310738"/>
              <a:chExt cx="390900" cy="286025"/>
            </a:xfrm>
          </p:grpSpPr>
          <p:sp>
            <p:nvSpPr>
              <p:cNvPr id="271" name="Google Shape;271;p15"/>
              <p:cNvSpPr/>
              <p:nvPr/>
            </p:nvSpPr>
            <p:spPr>
              <a:xfrm rot="5400000">
                <a:off x="10250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p:nvPr/>
            </p:nvSpPr>
            <p:spPr>
              <a:xfrm rot="5400000">
                <a:off x="10250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p:nvPr/>
            </p:nvSpPr>
            <p:spPr>
              <a:xfrm rot="5400000">
                <a:off x="87254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5"/>
              <p:cNvSpPr/>
              <p:nvPr/>
            </p:nvSpPr>
            <p:spPr>
              <a:xfrm rot="5400000">
                <a:off x="87254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p:nvPr/>
            </p:nvSpPr>
            <p:spPr>
              <a:xfrm rot="5400000">
                <a:off x="7199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5"/>
              <p:cNvSpPr/>
              <p:nvPr/>
            </p:nvSpPr>
            <p:spPr>
              <a:xfrm rot="5400000">
                <a:off x="7199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15"/>
            <p:cNvGrpSpPr/>
            <p:nvPr/>
          </p:nvGrpSpPr>
          <p:grpSpPr>
            <a:xfrm rot="-5400000">
              <a:off x="1225181" y="4098413"/>
              <a:ext cx="286025" cy="1306200"/>
              <a:chOff x="978925" y="1314225"/>
              <a:chExt cx="286025" cy="1306200"/>
            </a:xfrm>
          </p:grpSpPr>
          <p:sp>
            <p:nvSpPr>
              <p:cNvPr id="278" name="Google Shape;278;p15"/>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5"/>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5"/>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5"/>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6" name="Google Shape;296;p15"/>
          <p:cNvSpPr txBox="1">
            <a:spLocks noGrp="1"/>
          </p:cNvSpPr>
          <p:nvPr>
            <p:ph type="title"/>
          </p:nvPr>
        </p:nvSpPr>
        <p:spPr>
          <a:xfrm>
            <a:off x="720000" y="53733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370"/>
        <p:cNvGrpSpPr/>
        <p:nvPr/>
      </p:nvGrpSpPr>
      <p:grpSpPr>
        <a:xfrm>
          <a:off x="0" y="0"/>
          <a:ext cx="0" cy="0"/>
          <a:chOff x="0" y="0"/>
          <a:chExt cx="0" cy="0"/>
        </a:xfrm>
      </p:grpSpPr>
      <p:grpSp>
        <p:nvGrpSpPr>
          <p:cNvPr id="371" name="Google Shape;371;p18"/>
          <p:cNvGrpSpPr/>
          <p:nvPr/>
        </p:nvGrpSpPr>
        <p:grpSpPr>
          <a:xfrm>
            <a:off x="114300" y="114300"/>
            <a:ext cx="8915400" cy="4916400"/>
            <a:chOff x="114300" y="114300"/>
            <a:chExt cx="8915400" cy="4916400"/>
          </a:xfrm>
        </p:grpSpPr>
        <p:sp>
          <p:nvSpPr>
            <p:cNvPr id="372" name="Google Shape;372;p18"/>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3" name="Google Shape;373;p18"/>
            <p:cNvGrpSpPr/>
            <p:nvPr/>
          </p:nvGrpSpPr>
          <p:grpSpPr>
            <a:xfrm>
              <a:off x="8428894" y="4608500"/>
              <a:ext cx="390900" cy="286025"/>
              <a:chOff x="719994" y="4310738"/>
              <a:chExt cx="390900" cy="286025"/>
            </a:xfrm>
          </p:grpSpPr>
          <p:sp>
            <p:nvSpPr>
              <p:cNvPr id="374" name="Google Shape;374;p18"/>
              <p:cNvSpPr/>
              <p:nvPr/>
            </p:nvSpPr>
            <p:spPr>
              <a:xfrm rot="5400000">
                <a:off x="10250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rot="5400000">
                <a:off x="10250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p:nvPr/>
            </p:nvSpPr>
            <p:spPr>
              <a:xfrm rot="5400000">
                <a:off x="87254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p:cNvSpPr/>
              <p:nvPr/>
            </p:nvSpPr>
            <p:spPr>
              <a:xfrm rot="5400000">
                <a:off x="87254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8"/>
              <p:cNvSpPr/>
              <p:nvPr/>
            </p:nvSpPr>
            <p:spPr>
              <a:xfrm rot="5400000">
                <a:off x="7199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8"/>
              <p:cNvSpPr/>
              <p:nvPr/>
            </p:nvSpPr>
            <p:spPr>
              <a:xfrm rot="5400000">
                <a:off x="7199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18"/>
            <p:cNvGrpSpPr/>
            <p:nvPr/>
          </p:nvGrpSpPr>
          <p:grpSpPr>
            <a:xfrm rot="10800000">
              <a:off x="281581" y="535000"/>
              <a:ext cx="286025" cy="1306200"/>
              <a:chOff x="978925" y="1314225"/>
              <a:chExt cx="286025" cy="1306200"/>
            </a:xfrm>
          </p:grpSpPr>
          <p:sp>
            <p:nvSpPr>
              <p:cNvPr id="381" name="Google Shape;381;p18"/>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8"/>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8"/>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8"/>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8"/>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8"/>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8"/>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8"/>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8"/>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8"/>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8"/>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8"/>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8"/>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9" name="Google Shape;399;p18"/>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0" name="Google Shape;400;p18"/>
          <p:cNvSpPr txBox="1">
            <a:spLocks noGrp="1"/>
          </p:cNvSpPr>
          <p:nvPr>
            <p:ph type="subTitle" idx="1"/>
          </p:nvPr>
        </p:nvSpPr>
        <p:spPr>
          <a:xfrm>
            <a:off x="1256975" y="2327175"/>
            <a:ext cx="21084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1" name="Google Shape;401;p18"/>
          <p:cNvSpPr txBox="1">
            <a:spLocks noGrp="1"/>
          </p:cNvSpPr>
          <p:nvPr>
            <p:ph type="subTitle" idx="2"/>
          </p:nvPr>
        </p:nvSpPr>
        <p:spPr>
          <a:xfrm>
            <a:off x="1256977" y="2636015"/>
            <a:ext cx="21084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2" name="Google Shape;402;p18"/>
          <p:cNvSpPr txBox="1">
            <a:spLocks noGrp="1"/>
          </p:cNvSpPr>
          <p:nvPr>
            <p:ph type="subTitle" idx="3"/>
          </p:nvPr>
        </p:nvSpPr>
        <p:spPr>
          <a:xfrm>
            <a:off x="3517776" y="2636015"/>
            <a:ext cx="21084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3" name="Google Shape;403;p18"/>
          <p:cNvSpPr txBox="1">
            <a:spLocks noGrp="1"/>
          </p:cNvSpPr>
          <p:nvPr>
            <p:ph type="subTitle" idx="4"/>
          </p:nvPr>
        </p:nvSpPr>
        <p:spPr>
          <a:xfrm>
            <a:off x="5778575" y="2636015"/>
            <a:ext cx="21084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4" name="Google Shape;404;p18"/>
          <p:cNvSpPr txBox="1">
            <a:spLocks noGrp="1"/>
          </p:cNvSpPr>
          <p:nvPr>
            <p:ph type="subTitle" idx="5"/>
          </p:nvPr>
        </p:nvSpPr>
        <p:spPr>
          <a:xfrm>
            <a:off x="3517775" y="2327175"/>
            <a:ext cx="21084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05" name="Google Shape;405;p18"/>
          <p:cNvSpPr txBox="1">
            <a:spLocks noGrp="1"/>
          </p:cNvSpPr>
          <p:nvPr>
            <p:ph type="subTitle" idx="6"/>
          </p:nvPr>
        </p:nvSpPr>
        <p:spPr>
          <a:xfrm>
            <a:off x="5778576" y="2327175"/>
            <a:ext cx="21084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406"/>
        <p:cNvGrpSpPr/>
        <p:nvPr/>
      </p:nvGrpSpPr>
      <p:grpSpPr>
        <a:xfrm>
          <a:off x="0" y="0"/>
          <a:ext cx="0" cy="0"/>
          <a:chOff x="0" y="0"/>
          <a:chExt cx="0" cy="0"/>
        </a:xfrm>
      </p:grpSpPr>
      <p:grpSp>
        <p:nvGrpSpPr>
          <p:cNvPr id="407" name="Google Shape;407;p19"/>
          <p:cNvGrpSpPr/>
          <p:nvPr/>
        </p:nvGrpSpPr>
        <p:grpSpPr>
          <a:xfrm>
            <a:off x="114300" y="114300"/>
            <a:ext cx="8915400" cy="4916400"/>
            <a:chOff x="114300" y="114300"/>
            <a:chExt cx="8915400" cy="4916400"/>
          </a:xfrm>
        </p:grpSpPr>
        <p:sp>
          <p:nvSpPr>
            <p:cNvPr id="408" name="Google Shape;408;p19"/>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 name="Google Shape;409;p19"/>
            <p:cNvGrpSpPr/>
            <p:nvPr/>
          </p:nvGrpSpPr>
          <p:grpSpPr>
            <a:xfrm rot="5400000">
              <a:off x="8528869" y="587438"/>
              <a:ext cx="390900" cy="286025"/>
              <a:chOff x="719994" y="4310738"/>
              <a:chExt cx="390900" cy="286025"/>
            </a:xfrm>
          </p:grpSpPr>
          <p:sp>
            <p:nvSpPr>
              <p:cNvPr id="410" name="Google Shape;410;p19"/>
              <p:cNvSpPr/>
              <p:nvPr/>
            </p:nvSpPr>
            <p:spPr>
              <a:xfrm rot="5400000">
                <a:off x="10250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rot="5400000">
                <a:off x="10250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rot="5400000">
                <a:off x="87254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rot="5400000">
                <a:off x="87254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rot="5400000">
                <a:off x="7199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rot="5400000">
                <a:off x="7199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19"/>
            <p:cNvGrpSpPr/>
            <p:nvPr/>
          </p:nvGrpSpPr>
          <p:grpSpPr>
            <a:xfrm rot="-5400000">
              <a:off x="1225181" y="4098413"/>
              <a:ext cx="286025" cy="1306200"/>
              <a:chOff x="978925" y="1314225"/>
              <a:chExt cx="286025" cy="1306200"/>
            </a:xfrm>
          </p:grpSpPr>
          <p:sp>
            <p:nvSpPr>
              <p:cNvPr id="417" name="Google Shape;417;p19"/>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5" name="Google Shape;435;p19"/>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36" name="Google Shape;436;p19"/>
          <p:cNvSpPr txBox="1">
            <a:spLocks noGrp="1"/>
          </p:cNvSpPr>
          <p:nvPr>
            <p:ph type="subTitle" idx="1"/>
          </p:nvPr>
        </p:nvSpPr>
        <p:spPr>
          <a:xfrm>
            <a:off x="1392336" y="1382675"/>
            <a:ext cx="29670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37" name="Google Shape;437;p19"/>
          <p:cNvSpPr txBox="1">
            <a:spLocks noGrp="1"/>
          </p:cNvSpPr>
          <p:nvPr>
            <p:ph type="subTitle" idx="2"/>
          </p:nvPr>
        </p:nvSpPr>
        <p:spPr>
          <a:xfrm>
            <a:off x="1392338" y="1694277"/>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8" name="Google Shape;438;p19"/>
          <p:cNvSpPr txBox="1">
            <a:spLocks noGrp="1"/>
          </p:cNvSpPr>
          <p:nvPr>
            <p:ph type="subTitle" idx="3"/>
          </p:nvPr>
        </p:nvSpPr>
        <p:spPr>
          <a:xfrm>
            <a:off x="4784664" y="1694277"/>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9" name="Google Shape;439;p19"/>
          <p:cNvSpPr txBox="1">
            <a:spLocks noGrp="1"/>
          </p:cNvSpPr>
          <p:nvPr>
            <p:ph type="subTitle" idx="4"/>
          </p:nvPr>
        </p:nvSpPr>
        <p:spPr>
          <a:xfrm>
            <a:off x="1392338" y="2985402"/>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0" name="Google Shape;440;p19"/>
          <p:cNvSpPr txBox="1">
            <a:spLocks noGrp="1"/>
          </p:cNvSpPr>
          <p:nvPr>
            <p:ph type="subTitle" idx="5"/>
          </p:nvPr>
        </p:nvSpPr>
        <p:spPr>
          <a:xfrm>
            <a:off x="4784664" y="2985402"/>
            <a:ext cx="2967000" cy="1027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41" name="Google Shape;441;p19"/>
          <p:cNvSpPr txBox="1">
            <a:spLocks noGrp="1"/>
          </p:cNvSpPr>
          <p:nvPr>
            <p:ph type="subTitle" idx="6"/>
          </p:nvPr>
        </p:nvSpPr>
        <p:spPr>
          <a:xfrm>
            <a:off x="1392336" y="2673800"/>
            <a:ext cx="29670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42" name="Google Shape;442;p19"/>
          <p:cNvSpPr txBox="1">
            <a:spLocks noGrp="1"/>
          </p:cNvSpPr>
          <p:nvPr>
            <p:ph type="subTitle" idx="7"/>
          </p:nvPr>
        </p:nvSpPr>
        <p:spPr>
          <a:xfrm>
            <a:off x="4784661" y="1382675"/>
            <a:ext cx="29670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43" name="Google Shape;443;p19"/>
          <p:cNvSpPr txBox="1">
            <a:spLocks noGrp="1"/>
          </p:cNvSpPr>
          <p:nvPr>
            <p:ph type="subTitle" idx="8"/>
          </p:nvPr>
        </p:nvSpPr>
        <p:spPr>
          <a:xfrm>
            <a:off x="4784661" y="2673800"/>
            <a:ext cx="29670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44" name="Google Shape;444;p19"/>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445"/>
        <p:cNvGrpSpPr/>
        <p:nvPr/>
      </p:nvGrpSpPr>
      <p:grpSpPr>
        <a:xfrm>
          <a:off x="0" y="0"/>
          <a:ext cx="0" cy="0"/>
          <a:chOff x="0" y="0"/>
          <a:chExt cx="0" cy="0"/>
        </a:xfrm>
      </p:grpSpPr>
      <p:grpSp>
        <p:nvGrpSpPr>
          <p:cNvPr id="446" name="Google Shape;446;p20"/>
          <p:cNvGrpSpPr/>
          <p:nvPr/>
        </p:nvGrpSpPr>
        <p:grpSpPr>
          <a:xfrm>
            <a:off x="114300" y="114300"/>
            <a:ext cx="8915400" cy="4916400"/>
            <a:chOff x="114300" y="114300"/>
            <a:chExt cx="8915400" cy="4916400"/>
          </a:xfrm>
        </p:grpSpPr>
        <p:sp>
          <p:nvSpPr>
            <p:cNvPr id="447" name="Google Shape;447;p20"/>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8" name="Google Shape;448;p20"/>
            <p:cNvGrpSpPr/>
            <p:nvPr/>
          </p:nvGrpSpPr>
          <p:grpSpPr>
            <a:xfrm rot="10800000">
              <a:off x="275456" y="535000"/>
              <a:ext cx="286025" cy="1306200"/>
              <a:chOff x="978925" y="1314225"/>
              <a:chExt cx="286025" cy="1306200"/>
            </a:xfrm>
          </p:grpSpPr>
          <p:sp>
            <p:nvSpPr>
              <p:cNvPr id="449" name="Google Shape;449;p20"/>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0"/>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0"/>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0"/>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0"/>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0"/>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0"/>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0"/>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0"/>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0"/>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0"/>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0"/>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0"/>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0"/>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0"/>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0"/>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0"/>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0"/>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7" name="Google Shape;467;p20"/>
            <p:cNvGrpSpPr/>
            <p:nvPr/>
          </p:nvGrpSpPr>
          <p:grpSpPr>
            <a:xfrm rot="10800000">
              <a:off x="8587356" y="3302300"/>
              <a:ext cx="286025" cy="1306200"/>
              <a:chOff x="978925" y="1314225"/>
              <a:chExt cx="286025" cy="1306200"/>
            </a:xfrm>
          </p:grpSpPr>
          <p:sp>
            <p:nvSpPr>
              <p:cNvPr id="468" name="Google Shape;468;p20"/>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0"/>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0"/>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0"/>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0"/>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0"/>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0"/>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0"/>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0"/>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0"/>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80" name="Google Shape;480;p20"/>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1" name="Google Shape;481;p20"/>
          <p:cNvSpPr txBox="1">
            <a:spLocks noGrp="1"/>
          </p:cNvSpPr>
          <p:nvPr>
            <p:ph type="subTitle" idx="1"/>
          </p:nvPr>
        </p:nvSpPr>
        <p:spPr>
          <a:xfrm>
            <a:off x="868598" y="2078253"/>
            <a:ext cx="23658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2" name="Google Shape;482;p20"/>
          <p:cNvSpPr txBox="1">
            <a:spLocks noGrp="1"/>
          </p:cNvSpPr>
          <p:nvPr>
            <p:ph type="subTitle" idx="2"/>
          </p:nvPr>
        </p:nvSpPr>
        <p:spPr>
          <a:xfrm>
            <a:off x="3391447" y="2078253"/>
            <a:ext cx="23658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3" name="Google Shape;483;p20"/>
          <p:cNvSpPr txBox="1">
            <a:spLocks noGrp="1"/>
          </p:cNvSpPr>
          <p:nvPr>
            <p:ph type="subTitle" idx="3"/>
          </p:nvPr>
        </p:nvSpPr>
        <p:spPr>
          <a:xfrm>
            <a:off x="5914296" y="2078253"/>
            <a:ext cx="23613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4" name="Google Shape;484;p20"/>
          <p:cNvSpPr txBox="1">
            <a:spLocks noGrp="1"/>
          </p:cNvSpPr>
          <p:nvPr>
            <p:ph type="subTitle" idx="4"/>
          </p:nvPr>
        </p:nvSpPr>
        <p:spPr>
          <a:xfrm>
            <a:off x="868598" y="3174375"/>
            <a:ext cx="23658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5" name="Google Shape;485;p20"/>
          <p:cNvSpPr txBox="1">
            <a:spLocks noGrp="1"/>
          </p:cNvSpPr>
          <p:nvPr>
            <p:ph type="subTitle" idx="5"/>
          </p:nvPr>
        </p:nvSpPr>
        <p:spPr>
          <a:xfrm>
            <a:off x="3391447" y="3174375"/>
            <a:ext cx="23658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6" name="Google Shape;486;p20"/>
          <p:cNvSpPr txBox="1">
            <a:spLocks noGrp="1"/>
          </p:cNvSpPr>
          <p:nvPr>
            <p:ph type="subTitle" idx="6"/>
          </p:nvPr>
        </p:nvSpPr>
        <p:spPr>
          <a:xfrm>
            <a:off x="5914296" y="3174375"/>
            <a:ext cx="2361300" cy="548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87" name="Google Shape;487;p20"/>
          <p:cNvSpPr txBox="1">
            <a:spLocks noGrp="1"/>
          </p:cNvSpPr>
          <p:nvPr>
            <p:ph type="subTitle" idx="7"/>
          </p:nvPr>
        </p:nvSpPr>
        <p:spPr>
          <a:xfrm>
            <a:off x="863650" y="1767325"/>
            <a:ext cx="23658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88" name="Google Shape;488;p20"/>
          <p:cNvSpPr txBox="1">
            <a:spLocks noGrp="1"/>
          </p:cNvSpPr>
          <p:nvPr>
            <p:ph type="subTitle" idx="8"/>
          </p:nvPr>
        </p:nvSpPr>
        <p:spPr>
          <a:xfrm>
            <a:off x="3391450" y="1767325"/>
            <a:ext cx="23658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89" name="Google Shape;489;p20"/>
          <p:cNvSpPr txBox="1">
            <a:spLocks noGrp="1"/>
          </p:cNvSpPr>
          <p:nvPr>
            <p:ph type="subTitle" idx="9"/>
          </p:nvPr>
        </p:nvSpPr>
        <p:spPr>
          <a:xfrm>
            <a:off x="5919251" y="1767325"/>
            <a:ext cx="23613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90" name="Google Shape;490;p20"/>
          <p:cNvSpPr txBox="1">
            <a:spLocks noGrp="1"/>
          </p:cNvSpPr>
          <p:nvPr>
            <p:ph type="subTitle" idx="13"/>
          </p:nvPr>
        </p:nvSpPr>
        <p:spPr>
          <a:xfrm>
            <a:off x="863981" y="2858935"/>
            <a:ext cx="23658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91" name="Google Shape;491;p20"/>
          <p:cNvSpPr txBox="1">
            <a:spLocks noGrp="1"/>
          </p:cNvSpPr>
          <p:nvPr>
            <p:ph type="subTitle" idx="14"/>
          </p:nvPr>
        </p:nvSpPr>
        <p:spPr>
          <a:xfrm>
            <a:off x="3390361" y="2858935"/>
            <a:ext cx="23658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492" name="Google Shape;492;p20"/>
          <p:cNvSpPr txBox="1">
            <a:spLocks noGrp="1"/>
          </p:cNvSpPr>
          <p:nvPr>
            <p:ph type="subTitle" idx="15"/>
          </p:nvPr>
        </p:nvSpPr>
        <p:spPr>
          <a:xfrm>
            <a:off x="5916741" y="2858935"/>
            <a:ext cx="2365800" cy="457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1800">
                <a:solidFill>
                  <a:schemeClr val="dk1"/>
                </a:solidFill>
                <a:latin typeface="Kanit Medium"/>
                <a:ea typeface="Kanit Medium"/>
                <a:cs typeface="Kanit Medium"/>
                <a:sym typeface="Kanit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506"/>
        <p:cNvGrpSpPr/>
        <p:nvPr/>
      </p:nvGrpSpPr>
      <p:grpSpPr>
        <a:xfrm>
          <a:off x="0" y="0"/>
          <a:ext cx="0" cy="0"/>
          <a:chOff x="0" y="0"/>
          <a:chExt cx="0" cy="0"/>
        </a:xfrm>
      </p:grpSpPr>
      <p:grpSp>
        <p:nvGrpSpPr>
          <p:cNvPr id="507" name="Google Shape;507;p23"/>
          <p:cNvGrpSpPr/>
          <p:nvPr/>
        </p:nvGrpSpPr>
        <p:grpSpPr>
          <a:xfrm>
            <a:off x="114300" y="114300"/>
            <a:ext cx="8915400" cy="4916400"/>
            <a:chOff x="114300" y="114300"/>
            <a:chExt cx="8915400" cy="4916400"/>
          </a:xfrm>
        </p:grpSpPr>
        <p:sp>
          <p:nvSpPr>
            <p:cNvPr id="508" name="Google Shape;508;p23"/>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 name="Google Shape;509;p23"/>
            <p:cNvGrpSpPr/>
            <p:nvPr/>
          </p:nvGrpSpPr>
          <p:grpSpPr>
            <a:xfrm rot="5400000">
              <a:off x="8528869" y="587438"/>
              <a:ext cx="390900" cy="286025"/>
              <a:chOff x="719994" y="4310738"/>
              <a:chExt cx="390900" cy="286025"/>
            </a:xfrm>
          </p:grpSpPr>
          <p:sp>
            <p:nvSpPr>
              <p:cNvPr id="510" name="Google Shape;510;p23"/>
              <p:cNvSpPr/>
              <p:nvPr/>
            </p:nvSpPr>
            <p:spPr>
              <a:xfrm rot="5400000">
                <a:off x="10250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3"/>
              <p:cNvSpPr/>
              <p:nvPr/>
            </p:nvSpPr>
            <p:spPr>
              <a:xfrm rot="5400000">
                <a:off x="10250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3"/>
              <p:cNvSpPr/>
              <p:nvPr/>
            </p:nvSpPr>
            <p:spPr>
              <a:xfrm rot="5400000">
                <a:off x="87254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3"/>
              <p:cNvSpPr/>
              <p:nvPr/>
            </p:nvSpPr>
            <p:spPr>
              <a:xfrm rot="5400000">
                <a:off x="87254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3"/>
              <p:cNvSpPr/>
              <p:nvPr/>
            </p:nvSpPr>
            <p:spPr>
              <a:xfrm rot="5400000">
                <a:off x="7199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3"/>
              <p:cNvSpPr/>
              <p:nvPr/>
            </p:nvSpPr>
            <p:spPr>
              <a:xfrm rot="5400000">
                <a:off x="7199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23"/>
            <p:cNvGrpSpPr/>
            <p:nvPr/>
          </p:nvGrpSpPr>
          <p:grpSpPr>
            <a:xfrm rot="-5400000">
              <a:off x="1225181" y="4098413"/>
              <a:ext cx="286025" cy="1306200"/>
              <a:chOff x="978925" y="1314225"/>
              <a:chExt cx="286025" cy="1306200"/>
            </a:xfrm>
          </p:grpSpPr>
          <p:sp>
            <p:nvSpPr>
              <p:cNvPr id="517" name="Google Shape;517;p23"/>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3"/>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3"/>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3"/>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3"/>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3"/>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3"/>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3"/>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3"/>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3"/>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3"/>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3"/>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3"/>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3"/>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3"/>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3"/>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3"/>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3"/>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535"/>
        <p:cNvGrpSpPr/>
        <p:nvPr/>
      </p:nvGrpSpPr>
      <p:grpSpPr>
        <a:xfrm>
          <a:off x="0" y="0"/>
          <a:ext cx="0" cy="0"/>
          <a:chOff x="0" y="0"/>
          <a:chExt cx="0" cy="0"/>
        </a:xfrm>
      </p:grpSpPr>
      <p:grpSp>
        <p:nvGrpSpPr>
          <p:cNvPr id="536" name="Google Shape;536;p24"/>
          <p:cNvGrpSpPr/>
          <p:nvPr/>
        </p:nvGrpSpPr>
        <p:grpSpPr>
          <a:xfrm>
            <a:off x="114300" y="114300"/>
            <a:ext cx="8915400" cy="4916400"/>
            <a:chOff x="114300" y="114300"/>
            <a:chExt cx="8915400" cy="4916400"/>
          </a:xfrm>
        </p:grpSpPr>
        <p:sp>
          <p:nvSpPr>
            <p:cNvPr id="537" name="Google Shape;537;p24"/>
            <p:cNvSpPr/>
            <p:nvPr/>
          </p:nvSpPr>
          <p:spPr>
            <a:xfrm>
              <a:off x="114300" y="114300"/>
              <a:ext cx="8915400" cy="49164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8" name="Google Shape;538;p24"/>
            <p:cNvGrpSpPr/>
            <p:nvPr/>
          </p:nvGrpSpPr>
          <p:grpSpPr>
            <a:xfrm rot="10800000">
              <a:off x="275456" y="535000"/>
              <a:ext cx="286025" cy="1306200"/>
              <a:chOff x="978925" y="1314225"/>
              <a:chExt cx="286025" cy="1306200"/>
            </a:xfrm>
          </p:grpSpPr>
          <p:sp>
            <p:nvSpPr>
              <p:cNvPr id="539" name="Google Shape;539;p24"/>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4"/>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4"/>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4"/>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4"/>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4"/>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4"/>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4"/>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4"/>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4"/>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4"/>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4"/>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4"/>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4"/>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4"/>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4"/>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4"/>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4"/>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24"/>
            <p:cNvGrpSpPr/>
            <p:nvPr/>
          </p:nvGrpSpPr>
          <p:grpSpPr>
            <a:xfrm rot="10800000">
              <a:off x="8587356" y="3302300"/>
              <a:ext cx="286025" cy="1306200"/>
              <a:chOff x="978925" y="1314225"/>
              <a:chExt cx="286025" cy="1306200"/>
            </a:xfrm>
          </p:grpSpPr>
          <p:sp>
            <p:nvSpPr>
              <p:cNvPr id="558" name="Google Shape;558;p24"/>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4"/>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4"/>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4"/>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4"/>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4"/>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4"/>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4"/>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4"/>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4"/>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4"/>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4"/>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1pPr>
            <a:lvl2pPr lvl="1"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2pPr>
            <a:lvl3pPr lvl="2"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3pPr>
            <a:lvl4pPr lvl="3"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4pPr>
            <a:lvl5pPr lvl="4"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5pPr>
            <a:lvl6pPr lvl="5"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6pPr>
            <a:lvl7pPr lvl="6"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7pPr>
            <a:lvl8pPr lvl="7"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8pPr>
            <a:lvl9pPr lvl="8" rtl="0">
              <a:spcBef>
                <a:spcPts val="0"/>
              </a:spcBef>
              <a:spcAft>
                <a:spcPts val="0"/>
              </a:spcAft>
              <a:buClr>
                <a:schemeClr val="dk1"/>
              </a:buClr>
              <a:buSzPts val="3000"/>
              <a:buFont typeface="Kanit Medium"/>
              <a:buNone/>
              <a:defRPr sz="3000">
                <a:solidFill>
                  <a:schemeClr val="dk1"/>
                </a:solidFill>
                <a:latin typeface="Kanit Medium"/>
                <a:ea typeface="Kanit Medium"/>
                <a:cs typeface="Kanit Medium"/>
                <a:sym typeface="Kanit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8" r:id="rId7"/>
    <p:sldLayoutId id="2147483659" r:id="rId8"/>
    <p:sldLayoutId id="2147483661" r:id="rId9"/>
    <p:sldLayoutId id="2147483664" r:id="rId10"/>
    <p:sldLayoutId id="2147483665" r:id="rId11"/>
    <p:sldLayoutId id="2147483666" r:id="rId12"/>
    <p:sldLayoutId id="2147483669" r:id="rId13"/>
    <p:sldLayoutId id="2147483670"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0">
          <p15:clr>
            <a:srgbClr val="EA4335"/>
          </p15:clr>
        </p15:guide>
        <p15:guide id="2" orient="horz" pos="337">
          <p15:clr>
            <a:srgbClr val="EA4335"/>
          </p15:clr>
        </p15:guide>
        <p15:guide id="3" pos="5310">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8"/>
          <p:cNvSpPr txBox="1">
            <a:spLocks noGrp="1"/>
          </p:cNvSpPr>
          <p:nvPr>
            <p:ph type="ctrTitle"/>
          </p:nvPr>
        </p:nvSpPr>
        <p:spPr>
          <a:xfrm>
            <a:off x="0" y="2168396"/>
            <a:ext cx="5715000" cy="723915"/>
          </a:xfrm>
          <a:prstGeom prst="rect">
            <a:avLst/>
          </a:prstGeom>
        </p:spPr>
        <p:txBody>
          <a:bodyPr spcFirstLastPara="1" wrap="square" lIns="91425" tIns="91425" rIns="91425" bIns="91425" anchor="b" anchorCtr="0">
            <a:noAutofit/>
          </a:bodyPr>
          <a:lstStyle/>
          <a:p>
            <a:pPr algn="ctr"/>
            <a:r>
              <a:rPr lang="ar-PS" sz="3200" dirty="0">
                <a:cs typeface="+mn-cs"/>
              </a:rPr>
              <a:t> </a:t>
            </a:r>
            <a:br>
              <a:rPr lang="ar-PS" sz="3200" dirty="0">
                <a:cs typeface="+mn-cs"/>
              </a:rPr>
            </a:br>
            <a:r>
              <a:rPr lang="ar-PS" sz="3200" dirty="0">
                <a:solidFill>
                  <a:schemeClr val="accent3">
                    <a:lumMod val="25000"/>
                  </a:schemeClr>
                </a:solidFill>
                <a:cs typeface="+mn-cs"/>
              </a:rPr>
              <a:t>حين تجتمع الموارد مع الفرص، يبدأ الأثر</a:t>
            </a:r>
            <a:endParaRPr sz="3200" dirty="0">
              <a:solidFill>
                <a:schemeClr val="accent3">
                  <a:lumMod val="25000"/>
                </a:schemeClr>
              </a:solidFill>
              <a:latin typeface="Segoe UI" panose="020B0502040204020203" pitchFamily="34" charset="0"/>
              <a:cs typeface="+mn-cs"/>
            </a:endParaRPr>
          </a:p>
        </p:txBody>
      </p:sp>
      <p:sp>
        <p:nvSpPr>
          <p:cNvPr id="581" name="Google Shape;581;p28"/>
          <p:cNvSpPr txBox="1">
            <a:spLocks noGrp="1"/>
          </p:cNvSpPr>
          <p:nvPr>
            <p:ph type="subTitle" idx="1"/>
          </p:nvPr>
        </p:nvSpPr>
        <p:spPr>
          <a:xfrm>
            <a:off x="374073" y="2892312"/>
            <a:ext cx="3685309" cy="2639877"/>
          </a:xfrm>
          <a:prstGeom prst="rect">
            <a:avLst/>
          </a:prstGeom>
        </p:spPr>
        <p:txBody>
          <a:bodyPr spcFirstLastPara="1" wrap="square" lIns="91425" tIns="91425" rIns="91425" bIns="91425" anchor="t" anchorCtr="0">
            <a:noAutofit/>
          </a:bodyPr>
          <a:lstStyle/>
          <a:p>
            <a:pPr algn="r"/>
            <a:r>
              <a:rPr lang="ar-PS" b="1" dirty="0"/>
              <a:t>تمكين</a:t>
            </a:r>
            <a:r>
              <a:rPr lang="ar-PS" dirty="0"/>
              <a:t> منصة رقمية تربط الأفراد والمؤسسات والمشاريع في منظومة واحدة، لتسهيل الوصول إلى التمويل، فرص العمل، الاستثمار، التطوع، والتبرعات، وتحويلها إلى أثر قابل للمتابعة والقياس</a:t>
            </a:r>
          </a:p>
          <a:p>
            <a:pPr algn="r"/>
            <a:r>
              <a:rPr lang="ar-PS" b="1" dirty="0"/>
              <a:t>من القدرة إلى الفرصة، ومن الفرصة إلى الأثر</a:t>
            </a:r>
            <a:endParaRPr lang="ar-PS" dirty="0"/>
          </a:p>
        </p:txBody>
      </p:sp>
      <p:grpSp>
        <p:nvGrpSpPr>
          <p:cNvPr id="601" name="Google Shape;601;p28"/>
          <p:cNvGrpSpPr/>
          <p:nvPr/>
        </p:nvGrpSpPr>
        <p:grpSpPr>
          <a:xfrm rot="5400000">
            <a:off x="7404250" y="1181330"/>
            <a:ext cx="286025" cy="1503218"/>
            <a:chOff x="3408106" y="3912500"/>
            <a:chExt cx="286025" cy="696000"/>
          </a:xfrm>
        </p:grpSpPr>
        <p:sp>
          <p:nvSpPr>
            <p:cNvPr id="602" name="Google Shape;602;p28"/>
            <p:cNvSpPr/>
            <p:nvPr/>
          </p:nvSpPr>
          <p:spPr>
            <a:xfrm rot="10800000">
              <a:off x="3608331" y="45227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8"/>
            <p:cNvSpPr/>
            <p:nvPr/>
          </p:nvSpPr>
          <p:spPr>
            <a:xfrm rot="10800000">
              <a:off x="3408106" y="45227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8"/>
            <p:cNvSpPr/>
            <p:nvPr/>
          </p:nvSpPr>
          <p:spPr>
            <a:xfrm rot="10800000">
              <a:off x="3608331" y="43701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8"/>
            <p:cNvSpPr/>
            <p:nvPr/>
          </p:nvSpPr>
          <p:spPr>
            <a:xfrm rot="10800000">
              <a:off x="3408106" y="43701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8"/>
            <p:cNvSpPr/>
            <p:nvPr/>
          </p:nvSpPr>
          <p:spPr>
            <a:xfrm rot="10800000">
              <a:off x="3608331" y="42176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8"/>
            <p:cNvSpPr/>
            <p:nvPr/>
          </p:nvSpPr>
          <p:spPr>
            <a:xfrm rot="10800000">
              <a:off x="3408106" y="42176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8"/>
            <p:cNvSpPr/>
            <p:nvPr/>
          </p:nvSpPr>
          <p:spPr>
            <a:xfrm rot="10800000">
              <a:off x="3608331" y="40650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8"/>
            <p:cNvSpPr/>
            <p:nvPr/>
          </p:nvSpPr>
          <p:spPr>
            <a:xfrm rot="10800000">
              <a:off x="3408106" y="40650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8"/>
            <p:cNvSpPr/>
            <p:nvPr/>
          </p:nvSpPr>
          <p:spPr>
            <a:xfrm rot="10800000">
              <a:off x="3608331" y="39125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8"/>
            <p:cNvSpPr/>
            <p:nvPr/>
          </p:nvSpPr>
          <p:spPr>
            <a:xfrm rot="10800000">
              <a:off x="3408106" y="39125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2" name="Google Shape;612;p28"/>
          <p:cNvGrpSpPr/>
          <p:nvPr/>
        </p:nvGrpSpPr>
        <p:grpSpPr>
          <a:xfrm>
            <a:off x="4966855" y="2400249"/>
            <a:ext cx="3880890" cy="2507578"/>
            <a:chOff x="3698675" y="2947150"/>
            <a:chExt cx="3040350" cy="1946850"/>
          </a:xfrm>
        </p:grpSpPr>
        <p:sp>
          <p:nvSpPr>
            <p:cNvPr id="613" name="Google Shape;613;p28"/>
            <p:cNvSpPr/>
            <p:nvPr/>
          </p:nvSpPr>
          <p:spPr>
            <a:xfrm>
              <a:off x="5188825" y="2947150"/>
              <a:ext cx="1199875" cy="667950"/>
            </a:xfrm>
            <a:custGeom>
              <a:avLst/>
              <a:gdLst/>
              <a:ahLst/>
              <a:cxnLst/>
              <a:rect l="l" t="t" r="r" b="b"/>
              <a:pathLst>
                <a:path w="47995" h="26718" extrusionOk="0">
                  <a:moveTo>
                    <a:pt x="1398" y="0"/>
                  </a:moveTo>
                  <a:cubicBezTo>
                    <a:pt x="456" y="0"/>
                    <a:pt x="0" y="456"/>
                    <a:pt x="0" y="1003"/>
                  </a:cubicBezTo>
                  <a:lnTo>
                    <a:pt x="0" y="25715"/>
                  </a:lnTo>
                  <a:cubicBezTo>
                    <a:pt x="0" y="26262"/>
                    <a:pt x="456" y="26718"/>
                    <a:pt x="1033" y="26718"/>
                  </a:cubicBezTo>
                  <a:lnTo>
                    <a:pt x="46961" y="26718"/>
                  </a:lnTo>
                  <a:cubicBezTo>
                    <a:pt x="47539" y="26718"/>
                    <a:pt x="47995" y="26262"/>
                    <a:pt x="47995" y="25715"/>
                  </a:cubicBezTo>
                  <a:lnTo>
                    <a:pt x="47995" y="1003"/>
                  </a:lnTo>
                  <a:cubicBezTo>
                    <a:pt x="47995" y="456"/>
                    <a:pt x="47539" y="0"/>
                    <a:pt x="4735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8"/>
            <p:cNvSpPr/>
            <p:nvPr/>
          </p:nvSpPr>
          <p:spPr>
            <a:xfrm>
              <a:off x="5314200" y="3092275"/>
              <a:ext cx="54725" cy="432400"/>
            </a:xfrm>
            <a:custGeom>
              <a:avLst/>
              <a:gdLst/>
              <a:ahLst/>
              <a:cxnLst/>
              <a:rect l="l" t="t" r="r" b="b"/>
              <a:pathLst>
                <a:path w="2189" h="17296" extrusionOk="0">
                  <a:moveTo>
                    <a:pt x="0" y="1"/>
                  </a:moveTo>
                  <a:lnTo>
                    <a:pt x="0" y="17296"/>
                  </a:lnTo>
                  <a:lnTo>
                    <a:pt x="2189" y="17296"/>
                  </a:lnTo>
                  <a:lnTo>
                    <a:pt x="2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8"/>
            <p:cNvSpPr/>
            <p:nvPr/>
          </p:nvSpPr>
          <p:spPr>
            <a:xfrm>
              <a:off x="5392475" y="3289100"/>
              <a:ext cx="55475" cy="235575"/>
            </a:xfrm>
            <a:custGeom>
              <a:avLst/>
              <a:gdLst/>
              <a:ahLst/>
              <a:cxnLst/>
              <a:rect l="l" t="t" r="r" b="b"/>
              <a:pathLst>
                <a:path w="2219" h="9423" extrusionOk="0">
                  <a:moveTo>
                    <a:pt x="0" y="0"/>
                  </a:moveTo>
                  <a:lnTo>
                    <a:pt x="0" y="9423"/>
                  </a:lnTo>
                  <a:lnTo>
                    <a:pt x="2219" y="9423"/>
                  </a:lnTo>
                  <a:lnTo>
                    <a:pt x="22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8"/>
            <p:cNvSpPr/>
            <p:nvPr/>
          </p:nvSpPr>
          <p:spPr>
            <a:xfrm>
              <a:off x="5477575" y="3374950"/>
              <a:ext cx="54725" cy="149725"/>
            </a:xfrm>
            <a:custGeom>
              <a:avLst/>
              <a:gdLst/>
              <a:ahLst/>
              <a:cxnLst/>
              <a:rect l="l" t="t" r="r" b="b"/>
              <a:pathLst>
                <a:path w="2189" h="5989" extrusionOk="0">
                  <a:moveTo>
                    <a:pt x="0" y="1"/>
                  </a:moveTo>
                  <a:lnTo>
                    <a:pt x="0" y="5989"/>
                  </a:lnTo>
                  <a:lnTo>
                    <a:pt x="2189" y="5989"/>
                  </a:lnTo>
                  <a:lnTo>
                    <a:pt x="2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8"/>
            <p:cNvSpPr/>
            <p:nvPr/>
          </p:nvSpPr>
          <p:spPr>
            <a:xfrm>
              <a:off x="5555850" y="3320250"/>
              <a:ext cx="54725" cy="204425"/>
            </a:xfrm>
            <a:custGeom>
              <a:avLst/>
              <a:gdLst/>
              <a:ahLst/>
              <a:cxnLst/>
              <a:rect l="l" t="t" r="r" b="b"/>
              <a:pathLst>
                <a:path w="2189" h="8177" extrusionOk="0">
                  <a:moveTo>
                    <a:pt x="0" y="0"/>
                  </a:moveTo>
                  <a:lnTo>
                    <a:pt x="0" y="8177"/>
                  </a:lnTo>
                  <a:lnTo>
                    <a:pt x="2189" y="8177"/>
                  </a:lnTo>
                  <a:lnTo>
                    <a:pt x="2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8"/>
            <p:cNvSpPr/>
            <p:nvPr/>
          </p:nvSpPr>
          <p:spPr>
            <a:xfrm>
              <a:off x="5640200" y="3145475"/>
              <a:ext cx="55475" cy="379200"/>
            </a:xfrm>
            <a:custGeom>
              <a:avLst/>
              <a:gdLst/>
              <a:ahLst/>
              <a:cxnLst/>
              <a:rect l="l" t="t" r="r" b="b"/>
              <a:pathLst>
                <a:path w="2219" h="15168" extrusionOk="0">
                  <a:moveTo>
                    <a:pt x="0" y="0"/>
                  </a:moveTo>
                  <a:lnTo>
                    <a:pt x="0" y="15168"/>
                  </a:lnTo>
                  <a:lnTo>
                    <a:pt x="2219" y="15168"/>
                  </a:lnTo>
                  <a:lnTo>
                    <a:pt x="22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8"/>
            <p:cNvSpPr/>
            <p:nvPr/>
          </p:nvSpPr>
          <p:spPr>
            <a:xfrm>
              <a:off x="5719225" y="3218425"/>
              <a:ext cx="54725" cy="306250"/>
            </a:xfrm>
            <a:custGeom>
              <a:avLst/>
              <a:gdLst/>
              <a:ahLst/>
              <a:cxnLst/>
              <a:rect l="l" t="t" r="r" b="b"/>
              <a:pathLst>
                <a:path w="2189" h="12250" extrusionOk="0">
                  <a:moveTo>
                    <a:pt x="0" y="0"/>
                  </a:moveTo>
                  <a:lnTo>
                    <a:pt x="0" y="12250"/>
                  </a:lnTo>
                  <a:lnTo>
                    <a:pt x="2189" y="12250"/>
                  </a:lnTo>
                  <a:lnTo>
                    <a:pt x="2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8"/>
            <p:cNvSpPr/>
            <p:nvPr/>
          </p:nvSpPr>
          <p:spPr>
            <a:xfrm>
              <a:off x="5803575" y="3092275"/>
              <a:ext cx="54725" cy="432400"/>
            </a:xfrm>
            <a:custGeom>
              <a:avLst/>
              <a:gdLst/>
              <a:ahLst/>
              <a:cxnLst/>
              <a:rect l="l" t="t" r="r" b="b"/>
              <a:pathLst>
                <a:path w="2189" h="17296" extrusionOk="0">
                  <a:moveTo>
                    <a:pt x="0" y="1"/>
                  </a:moveTo>
                  <a:lnTo>
                    <a:pt x="0" y="17296"/>
                  </a:lnTo>
                  <a:lnTo>
                    <a:pt x="2189" y="17296"/>
                  </a:lnTo>
                  <a:lnTo>
                    <a:pt x="2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8"/>
            <p:cNvSpPr/>
            <p:nvPr/>
          </p:nvSpPr>
          <p:spPr>
            <a:xfrm>
              <a:off x="5881825" y="3359750"/>
              <a:ext cx="55500" cy="164925"/>
            </a:xfrm>
            <a:custGeom>
              <a:avLst/>
              <a:gdLst/>
              <a:ahLst/>
              <a:cxnLst/>
              <a:rect l="l" t="t" r="r" b="b"/>
              <a:pathLst>
                <a:path w="2220" h="6597" extrusionOk="0">
                  <a:moveTo>
                    <a:pt x="1" y="1"/>
                  </a:moveTo>
                  <a:lnTo>
                    <a:pt x="1" y="6597"/>
                  </a:lnTo>
                  <a:lnTo>
                    <a:pt x="2220" y="6597"/>
                  </a:lnTo>
                  <a:lnTo>
                    <a:pt x="2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8"/>
            <p:cNvSpPr/>
            <p:nvPr/>
          </p:nvSpPr>
          <p:spPr>
            <a:xfrm>
              <a:off x="5966950" y="3147000"/>
              <a:ext cx="54725" cy="377675"/>
            </a:xfrm>
            <a:custGeom>
              <a:avLst/>
              <a:gdLst/>
              <a:ahLst/>
              <a:cxnLst/>
              <a:rect l="l" t="t" r="r" b="b"/>
              <a:pathLst>
                <a:path w="2189" h="15107" extrusionOk="0">
                  <a:moveTo>
                    <a:pt x="0" y="0"/>
                  </a:moveTo>
                  <a:lnTo>
                    <a:pt x="0" y="15107"/>
                  </a:lnTo>
                  <a:lnTo>
                    <a:pt x="2189" y="15107"/>
                  </a:lnTo>
                  <a:lnTo>
                    <a:pt x="2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8"/>
            <p:cNvSpPr/>
            <p:nvPr/>
          </p:nvSpPr>
          <p:spPr>
            <a:xfrm>
              <a:off x="6045200" y="3260975"/>
              <a:ext cx="54750" cy="263700"/>
            </a:xfrm>
            <a:custGeom>
              <a:avLst/>
              <a:gdLst/>
              <a:ahLst/>
              <a:cxnLst/>
              <a:rect l="l" t="t" r="r" b="b"/>
              <a:pathLst>
                <a:path w="2190" h="10548" extrusionOk="0">
                  <a:moveTo>
                    <a:pt x="1" y="1"/>
                  </a:moveTo>
                  <a:lnTo>
                    <a:pt x="1" y="10548"/>
                  </a:lnTo>
                  <a:lnTo>
                    <a:pt x="2189" y="10548"/>
                  </a:lnTo>
                  <a:lnTo>
                    <a:pt x="2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8"/>
            <p:cNvSpPr/>
            <p:nvPr/>
          </p:nvSpPr>
          <p:spPr>
            <a:xfrm>
              <a:off x="6129550" y="3172825"/>
              <a:ext cx="55500" cy="351850"/>
            </a:xfrm>
            <a:custGeom>
              <a:avLst/>
              <a:gdLst/>
              <a:ahLst/>
              <a:cxnLst/>
              <a:rect l="l" t="t" r="r" b="b"/>
              <a:pathLst>
                <a:path w="2220" h="14074" extrusionOk="0">
                  <a:moveTo>
                    <a:pt x="1" y="1"/>
                  </a:moveTo>
                  <a:lnTo>
                    <a:pt x="1" y="14074"/>
                  </a:lnTo>
                  <a:lnTo>
                    <a:pt x="2220" y="14074"/>
                  </a:lnTo>
                  <a:lnTo>
                    <a:pt x="2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8"/>
            <p:cNvSpPr/>
            <p:nvPr/>
          </p:nvSpPr>
          <p:spPr>
            <a:xfrm>
              <a:off x="6208600" y="3109750"/>
              <a:ext cx="54725" cy="414925"/>
            </a:xfrm>
            <a:custGeom>
              <a:avLst/>
              <a:gdLst/>
              <a:ahLst/>
              <a:cxnLst/>
              <a:rect l="l" t="t" r="r" b="b"/>
              <a:pathLst>
                <a:path w="2189" h="16597" extrusionOk="0">
                  <a:moveTo>
                    <a:pt x="0" y="1"/>
                  </a:moveTo>
                  <a:lnTo>
                    <a:pt x="0" y="16597"/>
                  </a:lnTo>
                  <a:lnTo>
                    <a:pt x="2189" y="16597"/>
                  </a:lnTo>
                  <a:lnTo>
                    <a:pt x="2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8"/>
            <p:cNvSpPr/>
            <p:nvPr/>
          </p:nvSpPr>
          <p:spPr>
            <a:xfrm>
              <a:off x="4603700" y="3339250"/>
              <a:ext cx="261425" cy="258550"/>
            </a:xfrm>
            <a:custGeom>
              <a:avLst/>
              <a:gdLst/>
              <a:ahLst/>
              <a:cxnLst/>
              <a:rect l="l" t="t" r="r" b="b"/>
              <a:pathLst>
                <a:path w="10457" h="10342" extrusionOk="0">
                  <a:moveTo>
                    <a:pt x="5289" y="0"/>
                  </a:moveTo>
                  <a:cubicBezTo>
                    <a:pt x="2371" y="0"/>
                    <a:pt x="0" y="2462"/>
                    <a:pt x="152" y="5441"/>
                  </a:cubicBezTo>
                  <a:cubicBezTo>
                    <a:pt x="274" y="8055"/>
                    <a:pt x="2432" y="10183"/>
                    <a:pt x="5016" y="10335"/>
                  </a:cubicBezTo>
                  <a:cubicBezTo>
                    <a:pt x="5106" y="10339"/>
                    <a:pt x="5197" y="10342"/>
                    <a:pt x="5286" y="10342"/>
                  </a:cubicBezTo>
                  <a:cubicBezTo>
                    <a:pt x="8142" y="10342"/>
                    <a:pt x="10456" y="8026"/>
                    <a:pt x="10456" y="5168"/>
                  </a:cubicBezTo>
                  <a:cubicBezTo>
                    <a:pt x="10456" y="3617"/>
                    <a:pt x="9788" y="2219"/>
                    <a:pt x="8693" y="1277"/>
                  </a:cubicBezTo>
                  <a:lnTo>
                    <a:pt x="5289" y="5168"/>
                  </a:lnTo>
                  <a:lnTo>
                    <a:pt x="528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8"/>
            <p:cNvSpPr/>
            <p:nvPr/>
          </p:nvSpPr>
          <p:spPr>
            <a:xfrm>
              <a:off x="4619650" y="3362050"/>
              <a:ext cx="262200" cy="262175"/>
            </a:xfrm>
            <a:custGeom>
              <a:avLst/>
              <a:gdLst/>
              <a:ahLst/>
              <a:cxnLst/>
              <a:rect l="l" t="t" r="r" b="b"/>
              <a:pathLst>
                <a:path w="10488" h="10487" fill="none" extrusionOk="0">
                  <a:moveTo>
                    <a:pt x="8694" y="1277"/>
                  </a:moveTo>
                  <a:lnTo>
                    <a:pt x="5320" y="5167"/>
                  </a:lnTo>
                  <a:lnTo>
                    <a:pt x="5320" y="0"/>
                  </a:lnTo>
                  <a:cubicBezTo>
                    <a:pt x="2371" y="0"/>
                    <a:pt x="1" y="2462"/>
                    <a:pt x="153" y="5441"/>
                  </a:cubicBezTo>
                  <a:cubicBezTo>
                    <a:pt x="305" y="8055"/>
                    <a:pt x="2432" y="10183"/>
                    <a:pt x="5046" y="10304"/>
                  </a:cubicBezTo>
                  <a:cubicBezTo>
                    <a:pt x="8025" y="10487"/>
                    <a:pt x="10487" y="8116"/>
                    <a:pt x="10487" y="5167"/>
                  </a:cubicBezTo>
                  <a:cubicBezTo>
                    <a:pt x="10487" y="3617"/>
                    <a:pt x="9788" y="2219"/>
                    <a:pt x="8694" y="1277"/>
                  </a:cubicBezTo>
                  <a:close/>
                </a:path>
              </a:pathLst>
            </a:custGeom>
            <a:solidFill>
              <a:schemeClr val="lt2"/>
            </a:solidFill>
            <a:ln w="9875" cap="flat" cmpd="sng">
              <a:solidFill>
                <a:schemeClr val="lt2"/>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8"/>
            <p:cNvSpPr/>
            <p:nvPr/>
          </p:nvSpPr>
          <p:spPr>
            <a:xfrm>
              <a:off x="4774056" y="3303638"/>
              <a:ext cx="82100" cy="114475"/>
            </a:xfrm>
            <a:custGeom>
              <a:avLst/>
              <a:gdLst/>
              <a:ahLst/>
              <a:cxnLst/>
              <a:rect l="l" t="t" r="r" b="b"/>
              <a:pathLst>
                <a:path w="3284" h="4579" extrusionOk="0">
                  <a:moveTo>
                    <a:pt x="312" y="0"/>
                  </a:moveTo>
                  <a:cubicBezTo>
                    <a:pt x="128" y="0"/>
                    <a:pt x="1" y="144"/>
                    <a:pt x="1" y="339"/>
                  </a:cubicBezTo>
                  <a:lnTo>
                    <a:pt x="1" y="4229"/>
                  </a:lnTo>
                  <a:cubicBezTo>
                    <a:pt x="1" y="4450"/>
                    <a:pt x="160" y="4578"/>
                    <a:pt x="330" y="4578"/>
                  </a:cubicBezTo>
                  <a:cubicBezTo>
                    <a:pt x="417" y="4578"/>
                    <a:pt x="506" y="4545"/>
                    <a:pt x="578" y="4472"/>
                  </a:cubicBezTo>
                  <a:lnTo>
                    <a:pt x="3162" y="1524"/>
                  </a:lnTo>
                  <a:cubicBezTo>
                    <a:pt x="3284" y="1372"/>
                    <a:pt x="3253" y="1159"/>
                    <a:pt x="3101" y="1038"/>
                  </a:cubicBezTo>
                  <a:cubicBezTo>
                    <a:pt x="2341" y="430"/>
                    <a:pt x="1399" y="65"/>
                    <a:pt x="366" y="4"/>
                  </a:cubicBezTo>
                  <a:cubicBezTo>
                    <a:pt x="347" y="2"/>
                    <a:pt x="330" y="0"/>
                    <a:pt x="3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8"/>
            <p:cNvSpPr/>
            <p:nvPr/>
          </p:nvSpPr>
          <p:spPr>
            <a:xfrm>
              <a:off x="4022375" y="4048225"/>
              <a:ext cx="2390650" cy="39525"/>
            </a:xfrm>
            <a:custGeom>
              <a:avLst/>
              <a:gdLst/>
              <a:ahLst/>
              <a:cxnLst/>
              <a:rect l="l" t="t" r="r" b="b"/>
              <a:pathLst>
                <a:path w="95626" h="1581" extrusionOk="0">
                  <a:moveTo>
                    <a:pt x="1" y="0"/>
                  </a:moveTo>
                  <a:lnTo>
                    <a:pt x="1" y="1581"/>
                  </a:lnTo>
                  <a:lnTo>
                    <a:pt x="95625" y="1581"/>
                  </a:lnTo>
                  <a:lnTo>
                    <a:pt x="956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8"/>
            <p:cNvSpPr/>
            <p:nvPr/>
          </p:nvSpPr>
          <p:spPr>
            <a:xfrm>
              <a:off x="3698675" y="4087725"/>
              <a:ext cx="433150" cy="806275"/>
            </a:xfrm>
            <a:custGeom>
              <a:avLst/>
              <a:gdLst/>
              <a:ahLst/>
              <a:cxnLst/>
              <a:rect l="l" t="t" r="r" b="b"/>
              <a:pathLst>
                <a:path w="17326" h="32251" extrusionOk="0">
                  <a:moveTo>
                    <a:pt x="12949" y="1"/>
                  </a:moveTo>
                  <a:lnTo>
                    <a:pt x="0" y="32251"/>
                  </a:lnTo>
                  <a:lnTo>
                    <a:pt x="1641" y="32251"/>
                  </a:lnTo>
                  <a:lnTo>
                    <a:pt x="173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8"/>
            <p:cNvSpPr/>
            <p:nvPr/>
          </p:nvSpPr>
          <p:spPr>
            <a:xfrm>
              <a:off x="6305850" y="4087725"/>
              <a:ext cx="433175" cy="806275"/>
            </a:xfrm>
            <a:custGeom>
              <a:avLst/>
              <a:gdLst/>
              <a:ahLst/>
              <a:cxnLst/>
              <a:rect l="l" t="t" r="r" b="b"/>
              <a:pathLst>
                <a:path w="17327" h="32251" extrusionOk="0">
                  <a:moveTo>
                    <a:pt x="1" y="1"/>
                  </a:moveTo>
                  <a:lnTo>
                    <a:pt x="15685" y="32251"/>
                  </a:lnTo>
                  <a:lnTo>
                    <a:pt x="17326" y="32251"/>
                  </a:lnTo>
                  <a:lnTo>
                    <a:pt x="43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8"/>
            <p:cNvSpPr/>
            <p:nvPr/>
          </p:nvSpPr>
          <p:spPr>
            <a:xfrm>
              <a:off x="4606725" y="3797100"/>
              <a:ext cx="391375" cy="253075"/>
            </a:xfrm>
            <a:custGeom>
              <a:avLst/>
              <a:gdLst/>
              <a:ahLst/>
              <a:cxnLst/>
              <a:rect l="l" t="t" r="r" b="b"/>
              <a:pathLst>
                <a:path w="15655" h="10123" extrusionOk="0">
                  <a:moveTo>
                    <a:pt x="1885" y="1"/>
                  </a:moveTo>
                  <a:cubicBezTo>
                    <a:pt x="1581" y="1"/>
                    <a:pt x="1308" y="213"/>
                    <a:pt x="1278" y="517"/>
                  </a:cubicBezTo>
                  <a:lnTo>
                    <a:pt x="62" y="9423"/>
                  </a:lnTo>
                  <a:cubicBezTo>
                    <a:pt x="1" y="9788"/>
                    <a:pt x="305" y="10122"/>
                    <a:pt x="670" y="10122"/>
                  </a:cubicBezTo>
                  <a:lnTo>
                    <a:pt x="13801" y="10122"/>
                  </a:lnTo>
                  <a:cubicBezTo>
                    <a:pt x="14105" y="10122"/>
                    <a:pt x="14348" y="9910"/>
                    <a:pt x="14378" y="9606"/>
                  </a:cubicBezTo>
                  <a:lnTo>
                    <a:pt x="15594" y="700"/>
                  </a:lnTo>
                  <a:cubicBezTo>
                    <a:pt x="15655" y="335"/>
                    <a:pt x="15351" y="1"/>
                    <a:pt x="149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8"/>
            <p:cNvSpPr/>
            <p:nvPr/>
          </p:nvSpPr>
          <p:spPr>
            <a:xfrm>
              <a:off x="4634100" y="3813825"/>
              <a:ext cx="338925" cy="202150"/>
            </a:xfrm>
            <a:custGeom>
              <a:avLst/>
              <a:gdLst/>
              <a:ahLst/>
              <a:cxnLst/>
              <a:rect l="l" t="t" r="r" b="b"/>
              <a:pathLst>
                <a:path w="13557" h="8086" extrusionOk="0">
                  <a:moveTo>
                    <a:pt x="1094" y="0"/>
                  </a:moveTo>
                  <a:lnTo>
                    <a:pt x="0" y="8086"/>
                  </a:lnTo>
                  <a:lnTo>
                    <a:pt x="12462" y="8086"/>
                  </a:lnTo>
                  <a:lnTo>
                    <a:pt x="1355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8"/>
            <p:cNvSpPr/>
            <p:nvPr/>
          </p:nvSpPr>
          <p:spPr>
            <a:xfrm>
              <a:off x="4473750" y="4019350"/>
              <a:ext cx="288025" cy="31925"/>
            </a:xfrm>
            <a:custGeom>
              <a:avLst/>
              <a:gdLst/>
              <a:ahLst/>
              <a:cxnLst/>
              <a:rect l="l" t="t" r="r" b="b"/>
              <a:pathLst>
                <a:path w="11521" h="1277" extrusionOk="0">
                  <a:moveTo>
                    <a:pt x="1" y="0"/>
                  </a:moveTo>
                  <a:lnTo>
                    <a:pt x="1" y="1277"/>
                  </a:lnTo>
                  <a:lnTo>
                    <a:pt x="11521" y="1277"/>
                  </a:lnTo>
                  <a:lnTo>
                    <a:pt x="1152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8"/>
            <p:cNvSpPr/>
            <p:nvPr/>
          </p:nvSpPr>
          <p:spPr>
            <a:xfrm>
              <a:off x="5757200" y="3796700"/>
              <a:ext cx="390625" cy="253075"/>
            </a:xfrm>
            <a:custGeom>
              <a:avLst/>
              <a:gdLst/>
              <a:ahLst/>
              <a:cxnLst/>
              <a:rect l="l" t="t" r="r" b="b"/>
              <a:pathLst>
                <a:path w="15625" h="10123" extrusionOk="0">
                  <a:moveTo>
                    <a:pt x="670" y="0"/>
                  </a:moveTo>
                  <a:cubicBezTo>
                    <a:pt x="305" y="0"/>
                    <a:pt x="1" y="335"/>
                    <a:pt x="62" y="700"/>
                  </a:cubicBezTo>
                  <a:lnTo>
                    <a:pt x="1278" y="9605"/>
                  </a:lnTo>
                  <a:cubicBezTo>
                    <a:pt x="1308" y="9909"/>
                    <a:pt x="1551" y="10122"/>
                    <a:pt x="1855" y="10122"/>
                  </a:cubicBezTo>
                  <a:lnTo>
                    <a:pt x="14986" y="10122"/>
                  </a:lnTo>
                  <a:cubicBezTo>
                    <a:pt x="15351" y="10122"/>
                    <a:pt x="15624" y="9788"/>
                    <a:pt x="15594" y="9423"/>
                  </a:cubicBezTo>
                  <a:lnTo>
                    <a:pt x="14378" y="517"/>
                  </a:lnTo>
                  <a:cubicBezTo>
                    <a:pt x="14348" y="213"/>
                    <a:pt x="14074" y="0"/>
                    <a:pt x="137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8"/>
            <p:cNvSpPr/>
            <p:nvPr/>
          </p:nvSpPr>
          <p:spPr>
            <a:xfrm>
              <a:off x="5782300" y="3813425"/>
              <a:ext cx="338925" cy="202150"/>
            </a:xfrm>
            <a:custGeom>
              <a:avLst/>
              <a:gdLst/>
              <a:ahLst/>
              <a:cxnLst/>
              <a:rect l="l" t="t" r="r" b="b"/>
              <a:pathLst>
                <a:path w="13557" h="8086" extrusionOk="0">
                  <a:moveTo>
                    <a:pt x="0" y="0"/>
                  </a:moveTo>
                  <a:lnTo>
                    <a:pt x="1094" y="8085"/>
                  </a:lnTo>
                  <a:lnTo>
                    <a:pt x="13557" y="8085"/>
                  </a:lnTo>
                  <a:lnTo>
                    <a:pt x="124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8"/>
            <p:cNvSpPr/>
            <p:nvPr/>
          </p:nvSpPr>
          <p:spPr>
            <a:xfrm>
              <a:off x="6314225" y="3756425"/>
              <a:ext cx="152750" cy="265225"/>
            </a:xfrm>
            <a:custGeom>
              <a:avLst/>
              <a:gdLst/>
              <a:ahLst/>
              <a:cxnLst/>
              <a:rect l="l" t="t" r="r" b="b"/>
              <a:pathLst>
                <a:path w="6110" h="10609" extrusionOk="0">
                  <a:moveTo>
                    <a:pt x="2310" y="0"/>
                  </a:moveTo>
                  <a:lnTo>
                    <a:pt x="0" y="10426"/>
                  </a:lnTo>
                  <a:lnTo>
                    <a:pt x="6110" y="10609"/>
                  </a:lnTo>
                  <a:cubicBezTo>
                    <a:pt x="6110" y="10609"/>
                    <a:pt x="4924" y="3466"/>
                    <a:pt x="4438" y="1976"/>
                  </a:cubicBezTo>
                  <a:cubicBezTo>
                    <a:pt x="3982" y="456"/>
                    <a:pt x="2310" y="0"/>
                    <a:pt x="23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8"/>
            <p:cNvSpPr/>
            <p:nvPr/>
          </p:nvSpPr>
          <p:spPr>
            <a:xfrm>
              <a:off x="6071050" y="4725275"/>
              <a:ext cx="114775" cy="83150"/>
            </a:xfrm>
            <a:custGeom>
              <a:avLst/>
              <a:gdLst/>
              <a:ahLst/>
              <a:cxnLst/>
              <a:rect l="l" t="t" r="r" b="b"/>
              <a:pathLst>
                <a:path w="4591" h="3326" extrusionOk="0">
                  <a:moveTo>
                    <a:pt x="3800" y="1"/>
                  </a:moveTo>
                  <a:lnTo>
                    <a:pt x="1581" y="62"/>
                  </a:lnTo>
                  <a:lnTo>
                    <a:pt x="2007" y="1521"/>
                  </a:lnTo>
                  <a:lnTo>
                    <a:pt x="0" y="3253"/>
                  </a:lnTo>
                  <a:cubicBezTo>
                    <a:pt x="0" y="3253"/>
                    <a:pt x="456" y="3326"/>
                    <a:pt x="967" y="3326"/>
                  </a:cubicBezTo>
                  <a:cubicBezTo>
                    <a:pt x="1333" y="3326"/>
                    <a:pt x="1728" y="3289"/>
                    <a:pt x="2007" y="3162"/>
                  </a:cubicBezTo>
                  <a:cubicBezTo>
                    <a:pt x="2589" y="2909"/>
                    <a:pt x="3995" y="2888"/>
                    <a:pt x="4447" y="2888"/>
                  </a:cubicBezTo>
                  <a:cubicBezTo>
                    <a:pt x="4538" y="2888"/>
                    <a:pt x="4590" y="2888"/>
                    <a:pt x="4590" y="2888"/>
                  </a:cubicBezTo>
                  <a:lnTo>
                    <a:pt x="3800" y="1"/>
                  </a:ln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8"/>
            <p:cNvSpPr/>
            <p:nvPr/>
          </p:nvSpPr>
          <p:spPr>
            <a:xfrm>
              <a:off x="6044875" y="4769800"/>
              <a:ext cx="151575" cy="55100"/>
            </a:xfrm>
            <a:custGeom>
              <a:avLst/>
              <a:gdLst/>
              <a:ahLst/>
              <a:cxnLst/>
              <a:rect l="l" t="t" r="r" b="b"/>
              <a:pathLst>
                <a:path w="6063" h="2204" extrusionOk="0">
                  <a:moveTo>
                    <a:pt x="4937" y="0"/>
                  </a:moveTo>
                  <a:cubicBezTo>
                    <a:pt x="4608" y="0"/>
                    <a:pt x="4153" y="64"/>
                    <a:pt x="3753" y="348"/>
                  </a:cubicBezTo>
                  <a:cubicBezTo>
                    <a:pt x="3037" y="806"/>
                    <a:pt x="2752" y="1480"/>
                    <a:pt x="1552" y="1480"/>
                  </a:cubicBezTo>
                  <a:cubicBezTo>
                    <a:pt x="1479" y="1480"/>
                    <a:pt x="1402" y="1477"/>
                    <a:pt x="1321" y="1472"/>
                  </a:cubicBezTo>
                  <a:cubicBezTo>
                    <a:pt x="1139" y="1411"/>
                    <a:pt x="1321" y="1290"/>
                    <a:pt x="1321" y="1290"/>
                  </a:cubicBezTo>
                  <a:lnTo>
                    <a:pt x="1321" y="1290"/>
                  </a:lnTo>
                  <a:cubicBezTo>
                    <a:pt x="1321" y="1290"/>
                    <a:pt x="227" y="1411"/>
                    <a:pt x="14" y="1958"/>
                  </a:cubicBezTo>
                  <a:cubicBezTo>
                    <a:pt x="0" y="2137"/>
                    <a:pt x="1017" y="2204"/>
                    <a:pt x="2208" y="2204"/>
                  </a:cubicBezTo>
                  <a:cubicBezTo>
                    <a:pt x="3653" y="2204"/>
                    <a:pt x="5356" y="2106"/>
                    <a:pt x="5789" y="1989"/>
                  </a:cubicBezTo>
                  <a:cubicBezTo>
                    <a:pt x="6063" y="1685"/>
                    <a:pt x="5394" y="44"/>
                    <a:pt x="5394" y="44"/>
                  </a:cubicBezTo>
                  <a:cubicBezTo>
                    <a:pt x="5394" y="44"/>
                    <a:pt x="5208" y="0"/>
                    <a:pt x="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8"/>
            <p:cNvSpPr/>
            <p:nvPr/>
          </p:nvSpPr>
          <p:spPr>
            <a:xfrm>
              <a:off x="6035325" y="4434500"/>
              <a:ext cx="145925" cy="307525"/>
            </a:xfrm>
            <a:custGeom>
              <a:avLst/>
              <a:gdLst/>
              <a:ahLst/>
              <a:cxnLst/>
              <a:rect l="l" t="t" r="r" b="b"/>
              <a:pathLst>
                <a:path w="5837" h="12301" extrusionOk="0">
                  <a:moveTo>
                    <a:pt x="2914" y="1"/>
                  </a:moveTo>
                  <a:cubicBezTo>
                    <a:pt x="1497" y="1"/>
                    <a:pt x="1" y="4003"/>
                    <a:pt x="1" y="4003"/>
                  </a:cubicBezTo>
                  <a:lnTo>
                    <a:pt x="3223" y="12301"/>
                  </a:lnTo>
                  <a:lnTo>
                    <a:pt x="5320" y="12088"/>
                  </a:lnTo>
                  <a:cubicBezTo>
                    <a:pt x="5320" y="12088"/>
                    <a:pt x="5837" y="6738"/>
                    <a:pt x="4287" y="1753"/>
                  </a:cubicBezTo>
                  <a:cubicBezTo>
                    <a:pt x="3882" y="476"/>
                    <a:pt x="3403" y="1"/>
                    <a:pt x="2914" y="1"/>
                  </a:cubicBez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8"/>
            <p:cNvSpPr/>
            <p:nvPr/>
          </p:nvSpPr>
          <p:spPr>
            <a:xfrm>
              <a:off x="6326375" y="4716925"/>
              <a:ext cx="114775" cy="83750"/>
            </a:xfrm>
            <a:custGeom>
              <a:avLst/>
              <a:gdLst/>
              <a:ahLst/>
              <a:cxnLst/>
              <a:rect l="l" t="t" r="r" b="b"/>
              <a:pathLst>
                <a:path w="4591" h="3350" extrusionOk="0">
                  <a:moveTo>
                    <a:pt x="3800" y="0"/>
                  </a:moveTo>
                  <a:lnTo>
                    <a:pt x="1581" y="61"/>
                  </a:lnTo>
                  <a:lnTo>
                    <a:pt x="2006" y="1551"/>
                  </a:lnTo>
                  <a:lnTo>
                    <a:pt x="0" y="3283"/>
                  </a:lnTo>
                  <a:cubicBezTo>
                    <a:pt x="0" y="3283"/>
                    <a:pt x="420" y="3350"/>
                    <a:pt x="906" y="3350"/>
                  </a:cubicBezTo>
                  <a:cubicBezTo>
                    <a:pt x="1289" y="3350"/>
                    <a:pt x="1712" y="3309"/>
                    <a:pt x="2006" y="3162"/>
                  </a:cubicBezTo>
                  <a:cubicBezTo>
                    <a:pt x="2506" y="2945"/>
                    <a:pt x="3610" y="2913"/>
                    <a:pt x="4200" y="2913"/>
                  </a:cubicBezTo>
                  <a:cubicBezTo>
                    <a:pt x="4436" y="2913"/>
                    <a:pt x="4590" y="2918"/>
                    <a:pt x="4590" y="2918"/>
                  </a:cubicBezTo>
                  <a:lnTo>
                    <a:pt x="3800" y="0"/>
                  </a:ln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8"/>
            <p:cNvSpPr/>
            <p:nvPr/>
          </p:nvSpPr>
          <p:spPr>
            <a:xfrm>
              <a:off x="6300625" y="4761850"/>
              <a:ext cx="151925" cy="55200"/>
            </a:xfrm>
            <a:custGeom>
              <a:avLst/>
              <a:gdLst/>
              <a:ahLst/>
              <a:cxnLst/>
              <a:rect l="l" t="t" r="r" b="b"/>
              <a:pathLst>
                <a:path w="6077" h="2208" extrusionOk="0">
                  <a:moveTo>
                    <a:pt x="4886" y="0"/>
                  </a:moveTo>
                  <a:cubicBezTo>
                    <a:pt x="4559" y="0"/>
                    <a:pt x="4127" y="65"/>
                    <a:pt x="3736" y="331"/>
                  </a:cubicBezTo>
                  <a:cubicBezTo>
                    <a:pt x="3020" y="818"/>
                    <a:pt x="2735" y="1494"/>
                    <a:pt x="1560" y="1494"/>
                  </a:cubicBezTo>
                  <a:cubicBezTo>
                    <a:pt x="1488" y="1494"/>
                    <a:pt x="1413" y="1491"/>
                    <a:pt x="1334" y="1486"/>
                  </a:cubicBezTo>
                  <a:cubicBezTo>
                    <a:pt x="1122" y="1395"/>
                    <a:pt x="1334" y="1273"/>
                    <a:pt x="1334" y="1273"/>
                  </a:cubicBezTo>
                  <a:lnTo>
                    <a:pt x="1334" y="1273"/>
                  </a:lnTo>
                  <a:cubicBezTo>
                    <a:pt x="1334" y="1273"/>
                    <a:pt x="210" y="1395"/>
                    <a:pt x="27" y="1973"/>
                  </a:cubicBezTo>
                  <a:cubicBezTo>
                    <a:pt x="1" y="2146"/>
                    <a:pt x="954" y="2208"/>
                    <a:pt x="2100" y="2208"/>
                  </a:cubicBezTo>
                  <a:cubicBezTo>
                    <a:pt x="3570" y="2208"/>
                    <a:pt x="5358" y="2105"/>
                    <a:pt x="5803" y="2003"/>
                  </a:cubicBezTo>
                  <a:cubicBezTo>
                    <a:pt x="6076" y="1669"/>
                    <a:pt x="5407" y="58"/>
                    <a:pt x="5407" y="58"/>
                  </a:cubicBezTo>
                  <a:cubicBezTo>
                    <a:pt x="5407" y="58"/>
                    <a:pt x="5193" y="0"/>
                    <a:pt x="48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8"/>
            <p:cNvSpPr/>
            <p:nvPr/>
          </p:nvSpPr>
          <p:spPr>
            <a:xfrm>
              <a:off x="6290650" y="4426900"/>
              <a:ext cx="145925" cy="306775"/>
            </a:xfrm>
            <a:custGeom>
              <a:avLst/>
              <a:gdLst/>
              <a:ahLst/>
              <a:cxnLst/>
              <a:rect l="l" t="t" r="r" b="b"/>
              <a:pathLst>
                <a:path w="5837" h="12271" extrusionOk="0">
                  <a:moveTo>
                    <a:pt x="2927" y="1"/>
                  </a:moveTo>
                  <a:cubicBezTo>
                    <a:pt x="1514" y="1"/>
                    <a:pt x="1" y="4003"/>
                    <a:pt x="1" y="4003"/>
                  </a:cubicBezTo>
                  <a:lnTo>
                    <a:pt x="3223" y="12270"/>
                  </a:lnTo>
                  <a:lnTo>
                    <a:pt x="5350" y="12088"/>
                  </a:lnTo>
                  <a:cubicBezTo>
                    <a:pt x="5350" y="12088"/>
                    <a:pt x="5837" y="6708"/>
                    <a:pt x="4287" y="1753"/>
                  </a:cubicBezTo>
                  <a:cubicBezTo>
                    <a:pt x="3889" y="476"/>
                    <a:pt x="3414" y="1"/>
                    <a:pt x="2927" y="1"/>
                  </a:cubicBez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8"/>
            <p:cNvSpPr/>
            <p:nvPr/>
          </p:nvSpPr>
          <p:spPr>
            <a:xfrm>
              <a:off x="5919075" y="4115650"/>
              <a:ext cx="512175" cy="465950"/>
            </a:xfrm>
            <a:custGeom>
              <a:avLst/>
              <a:gdLst/>
              <a:ahLst/>
              <a:cxnLst/>
              <a:rect l="l" t="t" r="r" b="b"/>
              <a:pathLst>
                <a:path w="20487" h="18638" extrusionOk="0">
                  <a:moveTo>
                    <a:pt x="11196" y="0"/>
                  </a:moveTo>
                  <a:cubicBezTo>
                    <a:pt x="10841" y="0"/>
                    <a:pt x="10555" y="12"/>
                    <a:pt x="10365" y="39"/>
                  </a:cubicBezTo>
                  <a:cubicBezTo>
                    <a:pt x="10365" y="39"/>
                    <a:pt x="3800" y="1650"/>
                    <a:pt x="1854" y="5145"/>
                  </a:cubicBezTo>
                  <a:cubicBezTo>
                    <a:pt x="0" y="8854"/>
                    <a:pt x="3800" y="17547"/>
                    <a:pt x="4590" y="17851"/>
                  </a:cubicBezTo>
                  <a:cubicBezTo>
                    <a:pt x="4996" y="17997"/>
                    <a:pt x="8393" y="18637"/>
                    <a:pt x="12049" y="18637"/>
                  </a:cubicBezTo>
                  <a:cubicBezTo>
                    <a:pt x="15239" y="18637"/>
                    <a:pt x="18626" y="18150"/>
                    <a:pt x="20396" y="16422"/>
                  </a:cubicBezTo>
                  <a:cubicBezTo>
                    <a:pt x="20213" y="14355"/>
                    <a:pt x="17782" y="9340"/>
                    <a:pt x="18086" y="9340"/>
                  </a:cubicBezTo>
                  <a:cubicBezTo>
                    <a:pt x="18390" y="9340"/>
                    <a:pt x="20274" y="7395"/>
                    <a:pt x="20396" y="4841"/>
                  </a:cubicBezTo>
                  <a:cubicBezTo>
                    <a:pt x="20487" y="2319"/>
                    <a:pt x="19302" y="556"/>
                    <a:pt x="19302" y="556"/>
                  </a:cubicBezTo>
                  <a:cubicBezTo>
                    <a:pt x="19302" y="556"/>
                    <a:pt x="13630" y="0"/>
                    <a:pt x="111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8"/>
            <p:cNvSpPr/>
            <p:nvPr/>
          </p:nvSpPr>
          <p:spPr>
            <a:xfrm>
              <a:off x="6184275" y="3530075"/>
              <a:ext cx="163400" cy="244600"/>
            </a:xfrm>
            <a:custGeom>
              <a:avLst/>
              <a:gdLst/>
              <a:ahLst/>
              <a:cxnLst/>
              <a:rect l="l" t="t" r="r" b="b"/>
              <a:pathLst>
                <a:path w="6536" h="9784" extrusionOk="0">
                  <a:moveTo>
                    <a:pt x="2340" y="1"/>
                  </a:moveTo>
                  <a:cubicBezTo>
                    <a:pt x="1790" y="1"/>
                    <a:pt x="1294" y="138"/>
                    <a:pt x="943" y="453"/>
                  </a:cubicBezTo>
                  <a:cubicBezTo>
                    <a:pt x="943" y="453"/>
                    <a:pt x="0" y="3371"/>
                    <a:pt x="548" y="4981"/>
                  </a:cubicBezTo>
                  <a:cubicBezTo>
                    <a:pt x="851" y="5650"/>
                    <a:pt x="1307" y="5377"/>
                    <a:pt x="1551" y="5620"/>
                  </a:cubicBezTo>
                  <a:cubicBezTo>
                    <a:pt x="1794" y="5833"/>
                    <a:pt x="1095" y="9602"/>
                    <a:pt x="1095" y="9602"/>
                  </a:cubicBezTo>
                  <a:lnTo>
                    <a:pt x="4833" y="9784"/>
                  </a:lnTo>
                  <a:cubicBezTo>
                    <a:pt x="4833" y="9784"/>
                    <a:pt x="6535" y="4647"/>
                    <a:pt x="6353" y="2732"/>
                  </a:cubicBezTo>
                  <a:cubicBezTo>
                    <a:pt x="6216" y="1289"/>
                    <a:pt x="4023" y="1"/>
                    <a:pt x="2340" y="1"/>
                  </a:cubicBez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8"/>
            <p:cNvSpPr/>
            <p:nvPr/>
          </p:nvSpPr>
          <p:spPr>
            <a:xfrm>
              <a:off x="6156150" y="3814175"/>
              <a:ext cx="279675" cy="317050"/>
            </a:xfrm>
            <a:custGeom>
              <a:avLst/>
              <a:gdLst/>
              <a:ahLst/>
              <a:cxnLst/>
              <a:rect l="l" t="t" r="r" b="b"/>
              <a:pathLst>
                <a:path w="11187" h="12682" extrusionOk="0">
                  <a:moveTo>
                    <a:pt x="8937" y="1"/>
                  </a:moveTo>
                  <a:lnTo>
                    <a:pt x="1" y="608"/>
                  </a:lnTo>
                  <a:cubicBezTo>
                    <a:pt x="1" y="608"/>
                    <a:pt x="578" y="7022"/>
                    <a:pt x="1916" y="8967"/>
                  </a:cubicBezTo>
                  <a:cubicBezTo>
                    <a:pt x="1916" y="8967"/>
                    <a:pt x="882" y="11065"/>
                    <a:pt x="882" y="12098"/>
                  </a:cubicBezTo>
                  <a:cubicBezTo>
                    <a:pt x="882" y="12098"/>
                    <a:pt x="4715" y="12682"/>
                    <a:pt x="8457" y="12682"/>
                  </a:cubicBezTo>
                  <a:cubicBezTo>
                    <a:pt x="9393" y="12682"/>
                    <a:pt x="10323" y="12645"/>
                    <a:pt x="11186" y="12554"/>
                  </a:cubicBezTo>
                  <a:cubicBezTo>
                    <a:pt x="8664" y="2645"/>
                    <a:pt x="8937" y="1"/>
                    <a:pt x="89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8"/>
            <p:cNvSpPr/>
            <p:nvPr/>
          </p:nvSpPr>
          <p:spPr>
            <a:xfrm>
              <a:off x="6185025" y="3744275"/>
              <a:ext cx="221925" cy="165675"/>
            </a:xfrm>
            <a:custGeom>
              <a:avLst/>
              <a:gdLst/>
              <a:ahLst/>
              <a:cxnLst/>
              <a:rect l="l" t="t" r="r" b="b"/>
              <a:pathLst>
                <a:path w="8877" h="6627" extrusionOk="0">
                  <a:moveTo>
                    <a:pt x="1733" y="0"/>
                  </a:moveTo>
                  <a:cubicBezTo>
                    <a:pt x="487" y="0"/>
                    <a:pt x="366" y="882"/>
                    <a:pt x="366" y="882"/>
                  </a:cubicBezTo>
                  <a:lnTo>
                    <a:pt x="1" y="5654"/>
                  </a:lnTo>
                  <a:lnTo>
                    <a:pt x="7904" y="6626"/>
                  </a:lnTo>
                  <a:cubicBezTo>
                    <a:pt x="7904" y="6626"/>
                    <a:pt x="8876" y="1550"/>
                    <a:pt x="7995" y="760"/>
                  </a:cubicBezTo>
                  <a:cubicBezTo>
                    <a:pt x="7113" y="0"/>
                    <a:pt x="3010" y="0"/>
                    <a:pt x="17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8"/>
            <p:cNvSpPr/>
            <p:nvPr/>
          </p:nvSpPr>
          <p:spPr>
            <a:xfrm>
              <a:off x="5753425" y="3750275"/>
              <a:ext cx="509150" cy="293925"/>
            </a:xfrm>
            <a:custGeom>
              <a:avLst/>
              <a:gdLst/>
              <a:ahLst/>
              <a:cxnLst/>
              <a:rect l="l" t="t" r="r" b="b"/>
              <a:pathLst>
                <a:path w="20366" h="11757" extrusionOk="0">
                  <a:moveTo>
                    <a:pt x="17886" y="0"/>
                  </a:moveTo>
                  <a:cubicBezTo>
                    <a:pt x="17619" y="0"/>
                    <a:pt x="16711" y="87"/>
                    <a:pt x="16019" y="1189"/>
                  </a:cubicBezTo>
                  <a:cubicBezTo>
                    <a:pt x="15198" y="2465"/>
                    <a:pt x="13617" y="7116"/>
                    <a:pt x="13617" y="7116"/>
                  </a:cubicBezTo>
                  <a:cubicBezTo>
                    <a:pt x="13617" y="7116"/>
                    <a:pt x="7143" y="3560"/>
                    <a:pt x="4772" y="3073"/>
                  </a:cubicBezTo>
                  <a:lnTo>
                    <a:pt x="1976" y="1918"/>
                  </a:lnTo>
                  <a:lnTo>
                    <a:pt x="1976" y="1918"/>
                  </a:lnTo>
                  <a:cubicBezTo>
                    <a:pt x="1976" y="1918"/>
                    <a:pt x="1672" y="2587"/>
                    <a:pt x="2189" y="3012"/>
                  </a:cubicBezTo>
                  <a:cubicBezTo>
                    <a:pt x="2705" y="3438"/>
                    <a:pt x="3891" y="3742"/>
                    <a:pt x="3891" y="3742"/>
                  </a:cubicBezTo>
                  <a:lnTo>
                    <a:pt x="0" y="4319"/>
                  </a:lnTo>
                  <a:cubicBezTo>
                    <a:pt x="0" y="4319"/>
                    <a:pt x="881" y="5809"/>
                    <a:pt x="1611" y="6174"/>
                  </a:cubicBezTo>
                  <a:cubicBezTo>
                    <a:pt x="1868" y="6302"/>
                    <a:pt x="2353" y="6344"/>
                    <a:pt x="2873" y="6344"/>
                  </a:cubicBezTo>
                  <a:cubicBezTo>
                    <a:pt x="3825" y="6344"/>
                    <a:pt x="4894" y="6204"/>
                    <a:pt x="4894" y="6204"/>
                  </a:cubicBezTo>
                  <a:cubicBezTo>
                    <a:pt x="4894" y="6204"/>
                    <a:pt x="11102" y="11756"/>
                    <a:pt x="15010" y="11756"/>
                  </a:cubicBezTo>
                  <a:cubicBezTo>
                    <a:pt x="15222" y="11756"/>
                    <a:pt x="15427" y="11740"/>
                    <a:pt x="15623" y="11706"/>
                  </a:cubicBezTo>
                  <a:cubicBezTo>
                    <a:pt x="18207" y="10581"/>
                    <a:pt x="20365" y="2526"/>
                    <a:pt x="19757" y="1310"/>
                  </a:cubicBezTo>
                  <a:cubicBezTo>
                    <a:pt x="19119" y="64"/>
                    <a:pt x="17964" y="3"/>
                    <a:pt x="17964" y="3"/>
                  </a:cubicBezTo>
                  <a:cubicBezTo>
                    <a:pt x="17964" y="3"/>
                    <a:pt x="17936" y="0"/>
                    <a:pt x="17886" y="0"/>
                  </a:cubicBezTo>
                  <a:close/>
                </a:path>
              </a:pathLst>
            </a:custGeom>
            <a:solidFill>
              <a:srgbClr val="904E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8"/>
            <p:cNvSpPr/>
            <p:nvPr/>
          </p:nvSpPr>
          <p:spPr>
            <a:xfrm>
              <a:off x="5954775" y="3744900"/>
              <a:ext cx="335900" cy="306275"/>
            </a:xfrm>
            <a:custGeom>
              <a:avLst/>
              <a:gdLst/>
              <a:ahLst/>
              <a:cxnLst/>
              <a:rect l="l" t="t" r="r" b="b"/>
              <a:pathLst>
                <a:path w="13436" h="12251" extrusionOk="0">
                  <a:moveTo>
                    <a:pt x="10156" y="1"/>
                  </a:moveTo>
                  <a:cubicBezTo>
                    <a:pt x="9467" y="1"/>
                    <a:pt x="8334" y="235"/>
                    <a:pt x="7539" y="1586"/>
                  </a:cubicBezTo>
                  <a:cubicBezTo>
                    <a:pt x="6323" y="3653"/>
                    <a:pt x="5411" y="7179"/>
                    <a:pt x="5411" y="7179"/>
                  </a:cubicBezTo>
                  <a:cubicBezTo>
                    <a:pt x="5411" y="7179"/>
                    <a:pt x="2585" y="5598"/>
                    <a:pt x="1885" y="5294"/>
                  </a:cubicBezTo>
                  <a:cubicBezTo>
                    <a:pt x="1885" y="5294"/>
                    <a:pt x="1" y="7665"/>
                    <a:pt x="426" y="9459"/>
                  </a:cubicBezTo>
                  <a:cubicBezTo>
                    <a:pt x="426" y="9459"/>
                    <a:pt x="4296" y="12251"/>
                    <a:pt x="6869" y="12251"/>
                  </a:cubicBezTo>
                  <a:cubicBezTo>
                    <a:pt x="7162" y="12251"/>
                    <a:pt x="7439" y="12214"/>
                    <a:pt x="7691" y="12133"/>
                  </a:cubicBezTo>
                  <a:cubicBezTo>
                    <a:pt x="9697" y="11252"/>
                    <a:pt x="11855" y="5021"/>
                    <a:pt x="11855" y="5021"/>
                  </a:cubicBezTo>
                  <a:cubicBezTo>
                    <a:pt x="11855" y="5021"/>
                    <a:pt x="13436" y="1009"/>
                    <a:pt x="10761" y="66"/>
                  </a:cubicBezTo>
                  <a:cubicBezTo>
                    <a:pt x="10761" y="66"/>
                    <a:pt x="10521" y="1"/>
                    <a:pt x="101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8"/>
            <p:cNvSpPr/>
            <p:nvPr/>
          </p:nvSpPr>
          <p:spPr>
            <a:xfrm>
              <a:off x="6094600" y="3942600"/>
              <a:ext cx="18275" cy="62325"/>
            </a:xfrm>
            <a:custGeom>
              <a:avLst/>
              <a:gdLst/>
              <a:ahLst/>
              <a:cxnLst/>
              <a:rect l="l" t="t" r="r" b="b"/>
              <a:pathLst>
                <a:path w="731" h="2493" fill="none" extrusionOk="0">
                  <a:moveTo>
                    <a:pt x="1" y="0"/>
                  </a:moveTo>
                  <a:cubicBezTo>
                    <a:pt x="1" y="0"/>
                    <a:pt x="31" y="1490"/>
                    <a:pt x="730" y="2493"/>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8"/>
            <p:cNvSpPr/>
            <p:nvPr/>
          </p:nvSpPr>
          <p:spPr>
            <a:xfrm>
              <a:off x="5765575" y="3868900"/>
              <a:ext cx="48650" cy="6100"/>
            </a:xfrm>
            <a:custGeom>
              <a:avLst/>
              <a:gdLst/>
              <a:ahLst/>
              <a:cxnLst/>
              <a:rect l="l" t="t" r="r" b="b"/>
              <a:pathLst>
                <a:path w="1946" h="244" fill="none" extrusionOk="0">
                  <a:moveTo>
                    <a:pt x="0" y="243"/>
                  </a:moveTo>
                  <a:lnTo>
                    <a:pt x="1946" y="0"/>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8"/>
            <p:cNvSpPr/>
            <p:nvPr/>
          </p:nvSpPr>
          <p:spPr>
            <a:xfrm>
              <a:off x="5779250" y="3887125"/>
              <a:ext cx="38775" cy="4575"/>
            </a:xfrm>
            <a:custGeom>
              <a:avLst/>
              <a:gdLst/>
              <a:ahLst/>
              <a:cxnLst/>
              <a:rect l="l" t="t" r="r" b="b"/>
              <a:pathLst>
                <a:path w="1551" h="183" fill="none" extrusionOk="0">
                  <a:moveTo>
                    <a:pt x="0" y="183"/>
                  </a:moveTo>
                  <a:lnTo>
                    <a:pt x="1551" y="1"/>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8"/>
            <p:cNvSpPr/>
            <p:nvPr/>
          </p:nvSpPr>
          <p:spPr>
            <a:xfrm>
              <a:off x="5798250" y="3897775"/>
              <a:ext cx="30425" cy="7600"/>
            </a:xfrm>
            <a:custGeom>
              <a:avLst/>
              <a:gdLst/>
              <a:ahLst/>
              <a:cxnLst/>
              <a:rect l="l" t="t" r="r" b="b"/>
              <a:pathLst>
                <a:path w="1217" h="304" fill="none" extrusionOk="0">
                  <a:moveTo>
                    <a:pt x="0" y="304"/>
                  </a:moveTo>
                  <a:lnTo>
                    <a:pt x="1216" y="0"/>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8"/>
            <p:cNvSpPr/>
            <p:nvPr/>
          </p:nvSpPr>
          <p:spPr>
            <a:xfrm>
              <a:off x="5753425" y="3843050"/>
              <a:ext cx="104125" cy="15225"/>
            </a:xfrm>
            <a:custGeom>
              <a:avLst/>
              <a:gdLst/>
              <a:ahLst/>
              <a:cxnLst/>
              <a:rect l="l" t="t" r="r" b="b"/>
              <a:pathLst>
                <a:path w="4165" h="609" fill="none" extrusionOk="0">
                  <a:moveTo>
                    <a:pt x="4164" y="1"/>
                  </a:moveTo>
                  <a:lnTo>
                    <a:pt x="0" y="608"/>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8"/>
            <p:cNvSpPr/>
            <p:nvPr/>
          </p:nvSpPr>
          <p:spPr>
            <a:xfrm>
              <a:off x="5873475" y="3874200"/>
              <a:ext cx="6100" cy="31175"/>
            </a:xfrm>
            <a:custGeom>
              <a:avLst/>
              <a:gdLst/>
              <a:ahLst/>
              <a:cxnLst/>
              <a:rect l="l" t="t" r="r" b="b"/>
              <a:pathLst>
                <a:path w="244" h="1247" fill="none" extrusionOk="0">
                  <a:moveTo>
                    <a:pt x="92" y="1247"/>
                  </a:moveTo>
                  <a:cubicBezTo>
                    <a:pt x="92" y="1247"/>
                    <a:pt x="1" y="426"/>
                    <a:pt x="244" y="1"/>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8"/>
            <p:cNvSpPr/>
            <p:nvPr/>
          </p:nvSpPr>
          <p:spPr>
            <a:xfrm>
              <a:off x="6202500" y="3706550"/>
              <a:ext cx="141375" cy="61300"/>
            </a:xfrm>
            <a:custGeom>
              <a:avLst/>
              <a:gdLst/>
              <a:ahLst/>
              <a:cxnLst/>
              <a:rect l="l" t="t" r="r" b="b"/>
              <a:pathLst>
                <a:path w="5655" h="2452" extrusionOk="0">
                  <a:moveTo>
                    <a:pt x="1007" y="1"/>
                  </a:moveTo>
                  <a:cubicBezTo>
                    <a:pt x="875" y="1"/>
                    <a:pt x="770" y="7"/>
                    <a:pt x="700" y="20"/>
                  </a:cubicBezTo>
                  <a:cubicBezTo>
                    <a:pt x="1" y="111"/>
                    <a:pt x="1" y="1752"/>
                    <a:pt x="1" y="1752"/>
                  </a:cubicBezTo>
                  <a:lnTo>
                    <a:pt x="5442" y="2451"/>
                  </a:lnTo>
                  <a:cubicBezTo>
                    <a:pt x="5442" y="2451"/>
                    <a:pt x="5654" y="1388"/>
                    <a:pt x="5442" y="901"/>
                  </a:cubicBezTo>
                  <a:cubicBezTo>
                    <a:pt x="5197" y="439"/>
                    <a:pt x="2130" y="1"/>
                    <a:pt x="10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8"/>
            <p:cNvSpPr/>
            <p:nvPr/>
          </p:nvSpPr>
          <p:spPr>
            <a:xfrm>
              <a:off x="6197950" y="3495875"/>
              <a:ext cx="225725" cy="237475"/>
            </a:xfrm>
            <a:custGeom>
              <a:avLst/>
              <a:gdLst/>
              <a:ahLst/>
              <a:cxnLst/>
              <a:rect l="l" t="t" r="r" b="b"/>
              <a:pathLst>
                <a:path w="9029" h="9499" extrusionOk="0">
                  <a:moveTo>
                    <a:pt x="2851" y="0"/>
                  </a:moveTo>
                  <a:cubicBezTo>
                    <a:pt x="1486" y="0"/>
                    <a:pt x="367" y="666"/>
                    <a:pt x="1" y="1729"/>
                  </a:cubicBezTo>
                  <a:cubicBezTo>
                    <a:pt x="1" y="1729"/>
                    <a:pt x="1" y="1821"/>
                    <a:pt x="1" y="2003"/>
                  </a:cubicBezTo>
                  <a:cubicBezTo>
                    <a:pt x="92" y="2672"/>
                    <a:pt x="426" y="4465"/>
                    <a:pt x="1824" y="5924"/>
                  </a:cubicBezTo>
                  <a:lnTo>
                    <a:pt x="1338" y="9055"/>
                  </a:lnTo>
                  <a:cubicBezTo>
                    <a:pt x="1338" y="9055"/>
                    <a:pt x="3015" y="9498"/>
                    <a:pt x="4924" y="9498"/>
                  </a:cubicBezTo>
                  <a:cubicBezTo>
                    <a:pt x="6367" y="9498"/>
                    <a:pt x="7942" y="9245"/>
                    <a:pt x="9028" y="8356"/>
                  </a:cubicBezTo>
                  <a:cubicBezTo>
                    <a:pt x="8754" y="6319"/>
                    <a:pt x="8147" y="2611"/>
                    <a:pt x="5715" y="939"/>
                  </a:cubicBezTo>
                  <a:cubicBezTo>
                    <a:pt x="4750" y="288"/>
                    <a:pt x="3748" y="0"/>
                    <a:pt x="28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8"/>
            <p:cNvSpPr/>
            <p:nvPr/>
          </p:nvSpPr>
          <p:spPr>
            <a:xfrm>
              <a:off x="6194150" y="3837725"/>
              <a:ext cx="59300" cy="152000"/>
            </a:xfrm>
            <a:custGeom>
              <a:avLst/>
              <a:gdLst/>
              <a:ahLst/>
              <a:cxnLst/>
              <a:rect l="l" t="t" r="r" b="b"/>
              <a:pathLst>
                <a:path w="2372" h="6080" fill="none" extrusionOk="0">
                  <a:moveTo>
                    <a:pt x="2371" y="1"/>
                  </a:moveTo>
                  <a:cubicBezTo>
                    <a:pt x="2371" y="1"/>
                    <a:pt x="943" y="4499"/>
                    <a:pt x="1" y="6080"/>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8"/>
            <p:cNvSpPr/>
            <p:nvPr/>
          </p:nvSpPr>
          <p:spPr>
            <a:xfrm>
              <a:off x="6243550" y="3643950"/>
              <a:ext cx="25" cy="25"/>
            </a:xfrm>
            <a:custGeom>
              <a:avLst/>
              <a:gdLst/>
              <a:ahLst/>
              <a:cxnLst/>
              <a:rect l="l" t="t" r="r" b="b"/>
              <a:pathLst>
                <a:path w="1" h="1" fill="none" extrusionOk="0">
                  <a:moveTo>
                    <a:pt x="0" y="1"/>
                  </a:moveTo>
                  <a:close/>
                </a:path>
              </a:pathLst>
            </a:custGeom>
            <a:noFill/>
            <a:ln w="7600" cap="flat" cmpd="sng">
              <a:solidFill>
                <a:srgbClr val="36476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a:off x="6175925" y="4038350"/>
              <a:ext cx="30400" cy="95775"/>
            </a:xfrm>
            <a:custGeom>
              <a:avLst/>
              <a:gdLst/>
              <a:ahLst/>
              <a:cxnLst/>
              <a:rect l="l" t="t" r="r" b="b"/>
              <a:pathLst>
                <a:path w="1216" h="3831" fill="none" extrusionOk="0">
                  <a:moveTo>
                    <a:pt x="1125" y="0"/>
                  </a:moveTo>
                  <a:cubicBezTo>
                    <a:pt x="1125" y="0"/>
                    <a:pt x="182" y="2432"/>
                    <a:pt x="91" y="3131"/>
                  </a:cubicBezTo>
                  <a:cubicBezTo>
                    <a:pt x="0" y="3830"/>
                    <a:pt x="61" y="3313"/>
                    <a:pt x="61" y="3313"/>
                  </a:cubicBezTo>
                  <a:lnTo>
                    <a:pt x="1216" y="3313"/>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6202500" y="3741225"/>
              <a:ext cx="116300" cy="9150"/>
            </a:xfrm>
            <a:custGeom>
              <a:avLst/>
              <a:gdLst/>
              <a:ahLst/>
              <a:cxnLst/>
              <a:rect l="l" t="t" r="r" b="b"/>
              <a:pathLst>
                <a:path w="4652" h="366" fill="none" extrusionOk="0">
                  <a:moveTo>
                    <a:pt x="1" y="365"/>
                  </a:moveTo>
                  <a:cubicBezTo>
                    <a:pt x="1" y="365"/>
                    <a:pt x="3010" y="1"/>
                    <a:pt x="4651" y="305"/>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8"/>
            <p:cNvSpPr/>
            <p:nvPr/>
          </p:nvSpPr>
          <p:spPr>
            <a:xfrm>
              <a:off x="6096875" y="4346850"/>
              <a:ext cx="31950" cy="441525"/>
            </a:xfrm>
            <a:custGeom>
              <a:avLst/>
              <a:gdLst/>
              <a:ahLst/>
              <a:cxnLst/>
              <a:rect l="l" t="t" r="r" b="b"/>
              <a:pathLst>
                <a:path w="1278" h="17661" fill="none" extrusionOk="0">
                  <a:moveTo>
                    <a:pt x="1277" y="1"/>
                  </a:moveTo>
                  <a:lnTo>
                    <a:pt x="1" y="17661"/>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8"/>
            <p:cNvSpPr/>
            <p:nvPr/>
          </p:nvSpPr>
          <p:spPr>
            <a:xfrm>
              <a:off x="6203275" y="4345350"/>
              <a:ext cx="41050" cy="463550"/>
            </a:xfrm>
            <a:custGeom>
              <a:avLst/>
              <a:gdLst/>
              <a:ahLst/>
              <a:cxnLst/>
              <a:rect l="l" t="t" r="r" b="b"/>
              <a:pathLst>
                <a:path w="1642" h="18542" fill="none" extrusionOk="0">
                  <a:moveTo>
                    <a:pt x="1642" y="0"/>
                  </a:moveTo>
                  <a:lnTo>
                    <a:pt x="0" y="18541"/>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8"/>
            <p:cNvSpPr/>
            <p:nvPr/>
          </p:nvSpPr>
          <p:spPr>
            <a:xfrm>
              <a:off x="6454025" y="4345350"/>
              <a:ext cx="41825" cy="463550"/>
            </a:xfrm>
            <a:custGeom>
              <a:avLst/>
              <a:gdLst/>
              <a:ahLst/>
              <a:cxnLst/>
              <a:rect l="l" t="t" r="r" b="b"/>
              <a:pathLst>
                <a:path w="1673" h="18542" fill="none" extrusionOk="0">
                  <a:moveTo>
                    <a:pt x="1" y="0"/>
                  </a:moveTo>
                  <a:lnTo>
                    <a:pt x="1673" y="18541"/>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8"/>
            <p:cNvSpPr/>
            <p:nvPr/>
          </p:nvSpPr>
          <p:spPr>
            <a:xfrm>
              <a:off x="6185025" y="3884850"/>
              <a:ext cx="386825" cy="468100"/>
            </a:xfrm>
            <a:custGeom>
              <a:avLst/>
              <a:gdLst/>
              <a:ahLst/>
              <a:cxnLst/>
              <a:rect l="l" t="t" r="r" b="b"/>
              <a:pathLst>
                <a:path w="15473" h="18724" extrusionOk="0">
                  <a:moveTo>
                    <a:pt x="3314" y="0"/>
                  </a:moveTo>
                  <a:cubicBezTo>
                    <a:pt x="2828" y="0"/>
                    <a:pt x="2432" y="335"/>
                    <a:pt x="2372" y="821"/>
                  </a:cubicBezTo>
                  <a:lnTo>
                    <a:pt x="92" y="17630"/>
                  </a:lnTo>
                  <a:cubicBezTo>
                    <a:pt x="1" y="18207"/>
                    <a:pt x="457" y="18724"/>
                    <a:pt x="1034" y="18724"/>
                  </a:cubicBezTo>
                  <a:lnTo>
                    <a:pt x="12189" y="18724"/>
                  </a:lnTo>
                  <a:cubicBezTo>
                    <a:pt x="12676" y="18724"/>
                    <a:pt x="13071" y="18359"/>
                    <a:pt x="13132" y="17903"/>
                  </a:cubicBezTo>
                  <a:lnTo>
                    <a:pt x="15411" y="1064"/>
                  </a:lnTo>
                  <a:cubicBezTo>
                    <a:pt x="15472" y="487"/>
                    <a:pt x="15047" y="0"/>
                    <a:pt x="144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8"/>
            <p:cNvSpPr/>
            <p:nvPr/>
          </p:nvSpPr>
          <p:spPr>
            <a:xfrm>
              <a:off x="6065725" y="4315700"/>
              <a:ext cx="329050" cy="37250"/>
            </a:xfrm>
            <a:custGeom>
              <a:avLst/>
              <a:gdLst/>
              <a:ahLst/>
              <a:cxnLst/>
              <a:rect l="l" t="t" r="r" b="b"/>
              <a:pathLst>
                <a:path w="13162" h="1490" extrusionOk="0">
                  <a:moveTo>
                    <a:pt x="1520" y="1"/>
                  </a:moveTo>
                  <a:cubicBezTo>
                    <a:pt x="669" y="1"/>
                    <a:pt x="1" y="669"/>
                    <a:pt x="1" y="1490"/>
                  </a:cubicBezTo>
                  <a:lnTo>
                    <a:pt x="13162" y="1490"/>
                  </a:lnTo>
                  <a:lnTo>
                    <a:pt x="131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8"/>
            <p:cNvSpPr/>
            <p:nvPr/>
          </p:nvSpPr>
          <p:spPr>
            <a:xfrm>
              <a:off x="4740475" y="3798975"/>
              <a:ext cx="85125" cy="116300"/>
            </a:xfrm>
            <a:custGeom>
              <a:avLst/>
              <a:gdLst/>
              <a:ahLst/>
              <a:cxnLst/>
              <a:rect l="l" t="t" r="r" b="b"/>
              <a:pathLst>
                <a:path w="3405" h="4652" extrusionOk="0">
                  <a:moveTo>
                    <a:pt x="1" y="1"/>
                  </a:moveTo>
                  <a:lnTo>
                    <a:pt x="426" y="4651"/>
                  </a:lnTo>
                  <a:lnTo>
                    <a:pt x="2979" y="4651"/>
                  </a:lnTo>
                  <a:lnTo>
                    <a:pt x="34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8"/>
            <p:cNvSpPr/>
            <p:nvPr/>
          </p:nvSpPr>
          <p:spPr>
            <a:xfrm>
              <a:off x="4730600" y="3780750"/>
              <a:ext cx="104875" cy="18250"/>
            </a:xfrm>
            <a:custGeom>
              <a:avLst/>
              <a:gdLst/>
              <a:ahLst/>
              <a:cxnLst/>
              <a:rect l="l" t="t" r="r" b="b"/>
              <a:pathLst>
                <a:path w="4195" h="730" extrusionOk="0">
                  <a:moveTo>
                    <a:pt x="0" y="0"/>
                  </a:moveTo>
                  <a:lnTo>
                    <a:pt x="0" y="730"/>
                  </a:lnTo>
                  <a:lnTo>
                    <a:pt x="4195" y="730"/>
                  </a:lnTo>
                  <a:lnTo>
                    <a:pt x="41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8"/>
            <p:cNvSpPr/>
            <p:nvPr/>
          </p:nvSpPr>
          <p:spPr>
            <a:xfrm>
              <a:off x="4753400" y="3764048"/>
              <a:ext cx="57000" cy="60060"/>
            </a:xfrm>
            <a:custGeom>
              <a:avLst/>
              <a:gdLst/>
              <a:ahLst/>
              <a:cxnLst/>
              <a:rect l="l" t="t" r="r" b="b"/>
              <a:pathLst>
                <a:path w="2280" h="670" extrusionOk="0">
                  <a:moveTo>
                    <a:pt x="0" y="0"/>
                  </a:moveTo>
                  <a:lnTo>
                    <a:pt x="0" y="669"/>
                  </a:lnTo>
                  <a:lnTo>
                    <a:pt x="2280" y="669"/>
                  </a:lnTo>
                  <a:lnTo>
                    <a:pt x="22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8"/>
            <p:cNvSpPr/>
            <p:nvPr/>
          </p:nvSpPr>
          <p:spPr>
            <a:xfrm>
              <a:off x="4738950" y="3830125"/>
              <a:ext cx="86650" cy="43350"/>
            </a:xfrm>
            <a:custGeom>
              <a:avLst/>
              <a:gdLst/>
              <a:ahLst/>
              <a:cxnLst/>
              <a:rect l="l" t="t" r="r" b="b"/>
              <a:pathLst>
                <a:path w="3466" h="1734" extrusionOk="0">
                  <a:moveTo>
                    <a:pt x="1" y="1"/>
                  </a:moveTo>
                  <a:lnTo>
                    <a:pt x="1" y="1733"/>
                  </a:lnTo>
                  <a:lnTo>
                    <a:pt x="3466" y="1733"/>
                  </a:lnTo>
                  <a:lnTo>
                    <a:pt x="34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8"/>
            <p:cNvSpPr/>
            <p:nvPr/>
          </p:nvSpPr>
          <p:spPr>
            <a:xfrm>
              <a:off x="4238950" y="4754150"/>
              <a:ext cx="114775" cy="83775"/>
            </a:xfrm>
            <a:custGeom>
              <a:avLst/>
              <a:gdLst/>
              <a:ahLst/>
              <a:cxnLst/>
              <a:rect l="l" t="t" r="r" b="b"/>
              <a:pathLst>
                <a:path w="4591" h="3351" extrusionOk="0">
                  <a:moveTo>
                    <a:pt x="791" y="1"/>
                  </a:moveTo>
                  <a:lnTo>
                    <a:pt x="0" y="2919"/>
                  </a:lnTo>
                  <a:cubicBezTo>
                    <a:pt x="0" y="2919"/>
                    <a:pt x="157" y="2914"/>
                    <a:pt x="396" y="2914"/>
                  </a:cubicBezTo>
                  <a:cubicBezTo>
                    <a:pt x="993" y="2914"/>
                    <a:pt x="2106" y="2945"/>
                    <a:pt x="2584" y="3162"/>
                  </a:cubicBezTo>
                  <a:cubicBezTo>
                    <a:pt x="2892" y="3309"/>
                    <a:pt x="3317" y="3350"/>
                    <a:pt x="3697" y="3350"/>
                  </a:cubicBezTo>
                  <a:cubicBezTo>
                    <a:pt x="4180" y="3350"/>
                    <a:pt x="4590" y="3284"/>
                    <a:pt x="4590" y="3284"/>
                  </a:cubicBezTo>
                  <a:lnTo>
                    <a:pt x="2584" y="1521"/>
                  </a:lnTo>
                  <a:lnTo>
                    <a:pt x="3010" y="62"/>
                  </a:lnTo>
                  <a:lnTo>
                    <a:pt x="791" y="1"/>
                  </a:lnTo>
                  <a:close/>
                </a:path>
              </a:pathLst>
            </a:custGeom>
            <a:solidFill>
              <a:srgbClr val="E6A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8"/>
            <p:cNvSpPr/>
            <p:nvPr/>
          </p:nvSpPr>
          <p:spPr>
            <a:xfrm>
              <a:off x="4228300" y="4799075"/>
              <a:ext cx="151600" cy="54775"/>
            </a:xfrm>
            <a:custGeom>
              <a:avLst/>
              <a:gdLst/>
              <a:ahLst/>
              <a:cxnLst/>
              <a:rect l="l" t="t" r="r" b="b"/>
              <a:pathLst>
                <a:path w="6064" h="2191" extrusionOk="0">
                  <a:moveTo>
                    <a:pt x="1191" y="1"/>
                  </a:moveTo>
                  <a:cubicBezTo>
                    <a:pt x="884" y="1"/>
                    <a:pt x="670" y="58"/>
                    <a:pt x="670" y="58"/>
                  </a:cubicBezTo>
                  <a:cubicBezTo>
                    <a:pt x="670" y="58"/>
                    <a:pt x="1" y="1669"/>
                    <a:pt x="274" y="2003"/>
                  </a:cubicBezTo>
                  <a:cubicBezTo>
                    <a:pt x="700" y="2101"/>
                    <a:pt x="2349" y="2191"/>
                    <a:pt x="3776" y="2191"/>
                  </a:cubicBezTo>
                  <a:cubicBezTo>
                    <a:pt x="5001" y="2191"/>
                    <a:pt x="6064" y="2125"/>
                    <a:pt x="6050" y="1943"/>
                  </a:cubicBezTo>
                  <a:cubicBezTo>
                    <a:pt x="5867" y="1395"/>
                    <a:pt x="4743" y="1274"/>
                    <a:pt x="4743" y="1274"/>
                  </a:cubicBezTo>
                  <a:lnTo>
                    <a:pt x="4743" y="1274"/>
                  </a:lnTo>
                  <a:cubicBezTo>
                    <a:pt x="4743" y="1274"/>
                    <a:pt x="4955" y="1395"/>
                    <a:pt x="4743" y="1487"/>
                  </a:cubicBezTo>
                  <a:cubicBezTo>
                    <a:pt x="4686" y="1489"/>
                    <a:pt x="4632" y="1490"/>
                    <a:pt x="4580" y="1490"/>
                  </a:cubicBezTo>
                  <a:cubicBezTo>
                    <a:pt x="3351" y="1490"/>
                    <a:pt x="3070" y="827"/>
                    <a:pt x="2341" y="332"/>
                  </a:cubicBezTo>
                  <a:cubicBezTo>
                    <a:pt x="1950" y="65"/>
                    <a:pt x="1518" y="1"/>
                    <a:pt x="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8"/>
            <p:cNvSpPr/>
            <p:nvPr/>
          </p:nvSpPr>
          <p:spPr>
            <a:xfrm>
              <a:off x="4244275" y="4206275"/>
              <a:ext cx="253050" cy="559900"/>
            </a:xfrm>
            <a:custGeom>
              <a:avLst/>
              <a:gdLst/>
              <a:ahLst/>
              <a:cxnLst/>
              <a:rect l="l" t="t" r="r" b="b"/>
              <a:pathLst>
                <a:path w="10122" h="22396" extrusionOk="0">
                  <a:moveTo>
                    <a:pt x="4316" y="1"/>
                  </a:moveTo>
                  <a:cubicBezTo>
                    <a:pt x="4195" y="517"/>
                    <a:pt x="4043" y="1216"/>
                    <a:pt x="3830" y="1976"/>
                  </a:cubicBezTo>
                  <a:cubicBezTo>
                    <a:pt x="4256" y="3466"/>
                    <a:pt x="3800" y="4894"/>
                    <a:pt x="2736" y="5593"/>
                  </a:cubicBezTo>
                  <a:cubicBezTo>
                    <a:pt x="2341" y="6779"/>
                    <a:pt x="1885" y="7873"/>
                    <a:pt x="1429" y="8603"/>
                  </a:cubicBezTo>
                  <a:cubicBezTo>
                    <a:pt x="1034" y="9818"/>
                    <a:pt x="578" y="11490"/>
                    <a:pt x="486" y="12828"/>
                  </a:cubicBezTo>
                  <a:cubicBezTo>
                    <a:pt x="304" y="15290"/>
                    <a:pt x="0" y="21703"/>
                    <a:pt x="0" y="22037"/>
                  </a:cubicBezTo>
                  <a:cubicBezTo>
                    <a:pt x="1014" y="22327"/>
                    <a:pt x="1781" y="22395"/>
                    <a:pt x="2278" y="22395"/>
                  </a:cubicBezTo>
                  <a:cubicBezTo>
                    <a:pt x="2720" y="22395"/>
                    <a:pt x="2949" y="22341"/>
                    <a:pt x="2949" y="22341"/>
                  </a:cubicBezTo>
                  <a:cubicBezTo>
                    <a:pt x="2949" y="22341"/>
                    <a:pt x="10122" y="4590"/>
                    <a:pt x="8177" y="2128"/>
                  </a:cubicBezTo>
                  <a:cubicBezTo>
                    <a:pt x="7417" y="1368"/>
                    <a:pt x="5927" y="609"/>
                    <a:pt x="43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8"/>
            <p:cNvSpPr/>
            <p:nvPr/>
          </p:nvSpPr>
          <p:spPr>
            <a:xfrm>
              <a:off x="4473750" y="4754150"/>
              <a:ext cx="114775" cy="83775"/>
            </a:xfrm>
            <a:custGeom>
              <a:avLst/>
              <a:gdLst/>
              <a:ahLst/>
              <a:cxnLst/>
              <a:rect l="l" t="t" r="r" b="b"/>
              <a:pathLst>
                <a:path w="4591" h="3351" extrusionOk="0">
                  <a:moveTo>
                    <a:pt x="791" y="1"/>
                  </a:moveTo>
                  <a:lnTo>
                    <a:pt x="1" y="2919"/>
                  </a:lnTo>
                  <a:cubicBezTo>
                    <a:pt x="1" y="2919"/>
                    <a:pt x="154" y="2914"/>
                    <a:pt x="391" y="2914"/>
                  </a:cubicBezTo>
                  <a:cubicBezTo>
                    <a:pt x="981" y="2914"/>
                    <a:pt x="2085" y="2945"/>
                    <a:pt x="2584" y="3162"/>
                  </a:cubicBezTo>
                  <a:cubicBezTo>
                    <a:pt x="2879" y="3309"/>
                    <a:pt x="3302" y="3350"/>
                    <a:pt x="3684" y="3350"/>
                  </a:cubicBezTo>
                  <a:cubicBezTo>
                    <a:pt x="4171" y="3350"/>
                    <a:pt x="4590" y="3284"/>
                    <a:pt x="4590" y="3284"/>
                  </a:cubicBezTo>
                  <a:lnTo>
                    <a:pt x="2584" y="1521"/>
                  </a:lnTo>
                  <a:lnTo>
                    <a:pt x="3010" y="62"/>
                  </a:lnTo>
                  <a:lnTo>
                    <a:pt x="791" y="1"/>
                  </a:lnTo>
                  <a:close/>
                </a:path>
              </a:pathLst>
            </a:custGeom>
            <a:solidFill>
              <a:srgbClr val="E6A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8"/>
            <p:cNvSpPr/>
            <p:nvPr/>
          </p:nvSpPr>
          <p:spPr>
            <a:xfrm>
              <a:off x="4462350" y="4799075"/>
              <a:ext cx="151950" cy="54775"/>
            </a:xfrm>
            <a:custGeom>
              <a:avLst/>
              <a:gdLst/>
              <a:ahLst/>
              <a:cxnLst/>
              <a:rect l="l" t="t" r="r" b="b"/>
              <a:pathLst>
                <a:path w="6078" h="2191" extrusionOk="0">
                  <a:moveTo>
                    <a:pt x="1191" y="1"/>
                  </a:moveTo>
                  <a:cubicBezTo>
                    <a:pt x="884" y="1"/>
                    <a:pt x="669" y="58"/>
                    <a:pt x="669" y="58"/>
                  </a:cubicBezTo>
                  <a:cubicBezTo>
                    <a:pt x="669" y="58"/>
                    <a:pt x="1" y="1669"/>
                    <a:pt x="274" y="2003"/>
                  </a:cubicBezTo>
                  <a:cubicBezTo>
                    <a:pt x="700" y="2101"/>
                    <a:pt x="2357" y="2191"/>
                    <a:pt x="3788" y="2191"/>
                  </a:cubicBezTo>
                  <a:cubicBezTo>
                    <a:pt x="5016" y="2191"/>
                    <a:pt x="6078" y="2125"/>
                    <a:pt x="6049" y="1943"/>
                  </a:cubicBezTo>
                  <a:cubicBezTo>
                    <a:pt x="5867" y="1395"/>
                    <a:pt x="4743" y="1274"/>
                    <a:pt x="4742" y="1274"/>
                  </a:cubicBezTo>
                  <a:lnTo>
                    <a:pt x="4742" y="1274"/>
                  </a:lnTo>
                  <a:cubicBezTo>
                    <a:pt x="4742" y="1274"/>
                    <a:pt x="4955" y="1395"/>
                    <a:pt x="4742" y="1487"/>
                  </a:cubicBezTo>
                  <a:cubicBezTo>
                    <a:pt x="4686" y="1489"/>
                    <a:pt x="4632" y="1490"/>
                    <a:pt x="4579" y="1490"/>
                  </a:cubicBezTo>
                  <a:cubicBezTo>
                    <a:pt x="3351" y="1490"/>
                    <a:pt x="3070" y="827"/>
                    <a:pt x="2341" y="332"/>
                  </a:cubicBezTo>
                  <a:cubicBezTo>
                    <a:pt x="1950" y="65"/>
                    <a:pt x="1518" y="1"/>
                    <a:pt x="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8"/>
            <p:cNvSpPr/>
            <p:nvPr/>
          </p:nvSpPr>
          <p:spPr>
            <a:xfrm>
              <a:off x="4119650" y="4144550"/>
              <a:ext cx="614000" cy="621625"/>
            </a:xfrm>
            <a:custGeom>
              <a:avLst/>
              <a:gdLst/>
              <a:ahLst/>
              <a:cxnLst/>
              <a:rect l="l" t="t" r="r" b="b"/>
              <a:pathLst>
                <a:path w="24560" h="24865" extrusionOk="0">
                  <a:moveTo>
                    <a:pt x="8086" y="1"/>
                  </a:moveTo>
                  <a:cubicBezTo>
                    <a:pt x="5005" y="1"/>
                    <a:pt x="1398" y="312"/>
                    <a:pt x="1398" y="312"/>
                  </a:cubicBezTo>
                  <a:cubicBezTo>
                    <a:pt x="1398" y="312"/>
                    <a:pt x="0" y="4020"/>
                    <a:pt x="3009" y="6482"/>
                  </a:cubicBezTo>
                  <a:cubicBezTo>
                    <a:pt x="5988" y="8914"/>
                    <a:pt x="11429" y="8579"/>
                    <a:pt x="13374" y="8762"/>
                  </a:cubicBezTo>
                  <a:cubicBezTo>
                    <a:pt x="15289" y="8914"/>
                    <a:pt x="16505" y="9400"/>
                    <a:pt x="16505" y="9400"/>
                  </a:cubicBezTo>
                  <a:cubicBezTo>
                    <a:pt x="16505" y="9400"/>
                    <a:pt x="15107" y="12835"/>
                    <a:pt x="14925" y="15297"/>
                  </a:cubicBezTo>
                  <a:cubicBezTo>
                    <a:pt x="14742" y="17759"/>
                    <a:pt x="14438" y="24172"/>
                    <a:pt x="14438" y="24506"/>
                  </a:cubicBezTo>
                  <a:cubicBezTo>
                    <a:pt x="15468" y="24796"/>
                    <a:pt x="16234" y="24864"/>
                    <a:pt x="16727" y="24864"/>
                  </a:cubicBezTo>
                  <a:cubicBezTo>
                    <a:pt x="17164" y="24864"/>
                    <a:pt x="17387" y="24810"/>
                    <a:pt x="17387" y="24810"/>
                  </a:cubicBezTo>
                  <a:cubicBezTo>
                    <a:pt x="17387" y="24810"/>
                    <a:pt x="24560" y="7059"/>
                    <a:pt x="22645" y="4597"/>
                  </a:cubicBezTo>
                  <a:cubicBezTo>
                    <a:pt x="20335" y="2318"/>
                    <a:pt x="11794" y="312"/>
                    <a:pt x="11794" y="312"/>
                  </a:cubicBezTo>
                  <a:cubicBezTo>
                    <a:pt x="11034" y="79"/>
                    <a:pt x="9626" y="1"/>
                    <a:pt x="80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8"/>
            <p:cNvSpPr/>
            <p:nvPr/>
          </p:nvSpPr>
          <p:spPr>
            <a:xfrm>
              <a:off x="4235150" y="3559275"/>
              <a:ext cx="162650" cy="244275"/>
            </a:xfrm>
            <a:custGeom>
              <a:avLst/>
              <a:gdLst/>
              <a:ahLst/>
              <a:cxnLst/>
              <a:rect l="l" t="t" r="r" b="b"/>
              <a:pathLst>
                <a:path w="6506" h="9771" extrusionOk="0">
                  <a:moveTo>
                    <a:pt x="4192" y="1"/>
                  </a:moveTo>
                  <a:cubicBezTo>
                    <a:pt x="2503" y="1"/>
                    <a:pt x="320" y="1273"/>
                    <a:pt x="183" y="2719"/>
                  </a:cubicBezTo>
                  <a:cubicBezTo>
                    <a:pt x="0" y="4665"/>
                    <a:pt x="1672" y="9771"/>
                    <a:pt x="1672" y="9771"/>
                  </a:cubicBezTo>
                  <a:lnTo>
                    <a:pt x="5411" y="9589"/>
                  </a:lnTo>
                  <a:cubicBezTo>
                    <a:pt x="5411" y="9589"/>
                    <a:pt x="4742" y="5850"/>
                    <a:pt x="4985" y="5607"/>
                  </a:cubicBezTo>
                  <a:cubicBezTo>
                    <a:pt x="5228" y="5364"/>
                    <a:pt x="5684" y="5637"/>
                    <a:pt x="5988" y="4999"/>
                  </a:cubicBezTo>
                  <a:cubicBezTo>
                    <a:pt x="6505" y="3358"/>
                    <a:pt x="5593" y="440"/>
                    <a:pt x="5593" y="440"/>
                  </a:cubicBezTo>
                  <a:cubicBezTo>
                    <a:pt x="5236" y="134"/>
                    <a:pt x="4740" y="1"/>
                    <a:pt x="4192" y="1"/>
                  </a:cubicBezTo>
                  <a:close/>
                </a:path>
              </a:pathLst>
            </a:custGeom>
            <a:solidFill>
              <a:srgbClr val="E6A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8"/>
            <p:cNvSpPr/>
            <p:nvPr/>
          </p:nvSpPr>
          <p:spPr>
            <a:xfrm>
              <a:off x="4146250" y="3843050"/>
              <a:ext cx="280425" cy="317125"/>
            </a:xfrm>
            <a:custGeom>
              <a:avLst/>
              <a:gdLst/>
              <a:ahLst/>
              <a:cxnLst/>
              <a:rect l="l" t="t" r="r" b="b"/>
              <a:pathLst>
                <a:path w="11217" h="12685" extrusionOk="0">
                  <a:moveTo>
                    <a:pt x="2249" y="1"/>
                  </a:moveTo>
                  <a:cubicBezTo>
                    <a:pt x="2249" y="1"/>
                    <a:pt x="2553" y="2645"/>
                    <a:pt x="0" y="12554"/>
                  </a:cubicBezTo>
                  <a:cubicBezTo>
                    <a:pt x="893" y="12648"/>
                    <a:pt x="1854" y="12685"/>
                    <a:pt x="2818" y="12685"/>
                  </a:cubicBezTo>
                  <a:cubicBezTo>
                    <a:pt x="6543" y="12685"/>
                    <a:pt x="10304" y="12128"/>
                    <a:pt x="10304" y="12128"/>
                  </a:cubicBezTo>
                  <a:cubicBezTo>
                    <a:pt x="10304" y="11065"/>
                    <a:pt x="9271" y="8967"/>
                    <a:pt x="9271" y="8967"/>
                  </a:cubicBezTo>
                  <a:cubicBezTo>
                    <a:pt x="10608" y="7052"/>
                    <a:pt x="11216" y="608"/>
                    <a:pt x="11216" y="608"/>
                  </a:cubicBezTo>
                  <a:lnTo>
                    <a:pt x="22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8"/>
            <p:cNvSpPr/>
            <p:nvPr/>
          </p:nvSpPr>
          <p:spPr>
            <a:xfrm>
              <a:off x="4314925" y="3752550"/>
              <a:ext cx="507650" cy="293925"/>
            </a:xfrm>
            <a:custGeom>
              <a:avLst/>
              <a:gdLst/>
              <a:ahLst/>
              <a:cxnLst/>
              <a:rect l="l" t="t" r="r" b="b"/>
              <a:pathLst>
                <a:path w="20306" h="11757" extrusionOk="0">
                  <a:moveTo>
                    <a:pt x="2480" y="1"/>
                  </a:moveTo>
                  <a:cubicBezTo>
                    <a:pt x="2430" y="1"/>
                    <a:pt x="2402" y="3"/>
                    <a:pt x="2402" y="3"/>
                  </a:cubicBezTo>
                  <a:cubicBezTo>
                    <a:pt x="2402" y="3"/>
                    <a:pt x="1247" y="95"/>
                    <a:pt x="609" y="1311"/>
                  </a:cubicBezTo>
                  <a:cubicBezTo>
                    <a:pt x="1" y="2526"/>
                    <a:pt x="2159" y="10581"/>
                    <a:pt x="4712" y="11706"/>
                  </a:cubicBezTo>
                  <a:cubicBezTo>
                    <a:pt x="4911" y="11740"/>
                    <a:pt x="5117" y="11756"/>
                    <a:pt x="5330" y="11756"/>
                  </a:cubicBezTo>
                  <a:cubicBezTo>
                    <a:pt x="9264" y="11756"/>
                    <a:pt x="15472" y="6204"/>
                    <a:pt x="15472" y="6204"/>
                  </a:cubicBezTo>
                  <a:cubicBezTo>
                    <a:pt x="15472" y="6204"/>
                    <a:pt x="17205" y="6022"/>
                    <a:pt x="18725" y="5809"/>
                  </a:cubicBezTo>
                  <a:cubicBezTo>
                    <a:pt x="20305" y="5353"/>
                    <a:pt x="19880" y="3469"/>
                    <a:pt x="19667" y="3104"/>
                  </a:cubicBezTo>
                  <a:cubicBezTo>
                    <a:pt x="19592" y="2975"/>
                    <a:pt x="19062" y="2933"/>
                    <a:pt x="18409" y="2933"/>
                  </a:cubicBezTo>
                  <a:cubicBezTo>
                    <a:pt x="17210" y="2933"/>
                    <a:pt x="15594" y="3073"/>
                    <a:pt x="15594" y="3073"/>
                  </a:cubicBezTo>
                  <a:cubicBezTo>
                    <a:pt x="13223" y="3560"/>
                    <a:pt x="6749" y="7116"/>
                    <a:pt x="6749" y="7116"/>
                  </a:cubicBezTo>
                  <a:cubicBezTo>
                    <a:pt x="6749" y="7116"/>
                    <a:pt x="5168" y="2466"/>
                    <a:pt x="4348" y="1189"/>
                  </a:cubicBezTo>
                  <a:cubicBezTo>
                    <a:pt x="3656" y="87"/>
                    <a:pt x="2748" y="1"/>
                    <a:pt x="2480" y="1"/>
                  </a:cubicBezTo>
                  <a:close/>
                </a:path>
              </a:pathLst>
            </a:custGeom>
            <a:solidFill>
              <a:srgbClr val="E6A5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8"/>
            <p:cNvSpPr/>
            <p:nvPr/>
          </p:nvSpPr>
          <p:spPr>
            <a:xfrm>
              <a:off x="4749600" y="3839250"/>
              <a:ext cx="60050" cy="775"/>
            </a:xfrm>
            <a:custGeom>
              <a:avLst/>
              <a:gdLst/>
              <a:ahLst/>
              <a:cxnLst/>
              <a:rect l="l" t="t" r="r" b="b"/>
              <a:pathLst>
                <a:path w="2402" h="31" fill="none" extrusionOk="0">
                  <a:moveTo>
                    <a:pt x="0" y="31"/>
                  </a:moveTo>
                  <a:lnTo>
                    <a:pt x="2402" y="1"/>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8"/>
            <p:cNvSpPr/>
            <p:nvPr/>
          </p:nvSpPr>
          <p:spPr>
            <a:xfrm>
              <a:off x="4757200" y="3853700"/>
              <a:ext cx="55500" cy="3050"/>
            </a:xfrm>
            <a:custGeom>
              <a:avLst/>
              <a:gdLst/>
              <a:ahLst/>
              <a:cxnLst/>
              <a:rect l="l" t="t" r="r" b="b"/>
              <a:pathLst>
                <a:path w="2220" h="122" fill="none" extrusionOk="0">
                  <a:moveTo>
                    <a:pt x="0" y="122"/>
                  </a:moveTo>
                  <a:lnTo>
                    <a:pt x="2219" y="0"/>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8"/>
            <p:cNvSpPr/>
            <p:nvPr/>
          </p:nvSpPr>
          <p:spPr>
            <a:xfrm>
              <a:off x="4765550" y="3871925"/>
              <a:ext cx="44850" cy="25"/>
            </a:xfrm>
            <a:custGeom>
              <a:avLst/>
              <a:gdLst/>
              <a:ahLst/>
              <a:cxnLst/>
              <a:rect l="l" t="t" r="r" b="b"/>
              <a:pathLst>
                <a:path w="1794" h="1" fill="none" extrusionOk="0">
                  <a:moveTo>
                    <a:pt x="1" y="1"/>
                  </a:moveTo>
                  <a:lnTo>
                    <a:pt x="1794" y="1"/>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8"/>
            <p:cNvSpPr/>
            <p:nvPr/>
          </p:nvSpPr>
          <p:spPr>
            <a:xfrm>
              <a:off x="4773900" y="3886375"/>
              <a:ext cx="27400" cy="775"/>
            </a:xfrm>
            <a:custGeom>
              <a:avLst/>
              <a:gdLst/>
              <a:ahLst/>
              <a:cxnLst/>
              <a:rect l="l" t="t" r="r" b="b"/>
              <a:pathLst>
                <a:path w="1096" h="31" fill="none" extrusionOk="0">
                  <a:moveTo>
                    <a:pt x="1095" y="0"/>
                  </a:moveTo>
                  <a:lnTo>
                    <a:pt x="1" y="31"/>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8"/>
            <p:cNvSpPr/>
            <p:nvPr/>
          </p:nvSpPr>
          <p:spPr>
            <a:xfrm>
              <a:off x="4462350" y="3946400"/>
              <a:ext cx="22825" cy="60050"/>
            </a:xfrm>
            <a:custGeom>
              <a:avLst/>
              <a:gdLst/>
              <a:ahLst/>
              <a:cxnLst/>
              <a:rect l="l" t="t" r="r" b="b"/>
              <a:pathLst>
                <a:path w="913" h="2402" fill="none" extrusionOk="0">
                  <a:moveTo>
                    <a:pt x="913" y="0"/>
                  </a:moveTo>
                  <a:cubicBezTo>
                    <a:pt x="913" y="0"/>
                    <a:pt x="821" y="1520"/>
                    <a:pt x="1" y="2402"/>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8"/>
            <p:cNvSpPr/>
            <p:nvPr/>
          </p:nvSpPr>
          <p:spPr>
            <a:xfrm>
              <a:off x="4280750" y="3747575"/>
              <a:ext cx="183100" cy="142700"/>
            </a:xfrm>
            <a:custGeom>
              <a:avLst/>
              <a:gdLst/>
              <a:ahLst/>
              <a:cxnLst/>
              <a:rect l="l" t="t" r="r" b="b"/>
              <a:pathLst>
                <a:path w="7324" h="5708" extrusionOk="0">
                  <a:moveTo>
                    <a:pt x="3894" y="1"/>
                  </a:moveTo>
                  <a:cubicBezTo>
                    <a:pt x="3546" y="1"/>
                    <a:pt x="3313" y="81"/>
                    <a:pt x="3313" y="81"/>
                  </a:cubicBezTo>
                  <a:cubicBezTo>
                    <a:pt x="3313" y="81"/>
                    <a:pt x="0" y="5522"/>
                    <a:pt x="2401" y="5704"/>
                  </a:cubicBezTo>
                  <a:cubicBezTo>
                    <a:pt x="2458" y="5706"/>
                    <a:pt x="2515" y="5707"/>
                    <a:pt x="2572" y="5707"/>
                  </a:cubicBezTo>
                  <a:cubicBezTo>
                    <a:pt x="4893" y="5707"/>
                    <a:pt x="7323" y="3937"/>
                    <a:pt x="7234" y="3759"/>
                  </a:cubicBezTo>
                  <a:cubicBezTo>
                    <a:pt x="7082" y="3546"/>
                    <a:pt x="6140" y="1114"/>
                    <a:pt x="5228" y="446"/>
                  </a:cubicBezTo>
                  <a:cubicBezTo>
                    <a:pt x="4747" y="88"/>
                    <a:pt x="4257" y="1"/>
                    <a:pt x="38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8"/>
            <p:cNvSpPr/>
            <p:nvPr/>
          </p:nvSpPr>
          <p:spPr>
            <a:xfrm>
              <a:off x="4052025" y="3500950"/>
              <a:ext cx="347275" cy="608400"/>
            </a:xfrm>
            <a:custGeom>
              <a:avLst/>
              <a:gdLst/>
              <a:ahLst/>
              <a:cxnLst/>
              <a:rect l="l" t="t" r="r" b="b"/>
              <a:pathLst>
                <a:path w="13891" h="24336" extrusionOk="0">
                  <a:moveTo>
                    <a:pt x="9304" y="1"/>
                  </a:moveTo>
                  <a:cubicBezTo>
                    <a:pt x="9168" y="1"/>
                    <a:pt x="9088" y="7"/>
                    <a:pt x="9088" y="7"/>
                  </a:cubicBezTo>
                  <a:cubicBezTo>
                    <a:pt x="7903" y="159"/>
                    <a:pt x="6535" y="827"/>
                    <a:pt x="5866" y="2408"/>
                  </a:cubicBezTo>
                  <a:cubicBezTo>
                    <a:pt x="5228" y="3897"/>
                    <a:pt x="5532" y="5083"/>
                    <a:pt x="5046" y="8274"/>
                  </a:cubicBezTo>
                  <a:cubicBezTo>
                    <a:pt x="4559" y="11466"/>
                    <a:pt x="0" y="15144"/>
                    <a:pt x="912" y="19247"/>
                  </a:cubicBezTo>
                  <a:cubicBezTo>
                    <a:pt x="1603" y="22464"/>
                    <a:pt x="4068" y="24335"/>
                    <a:pt x="7063" y="24335"/>
                  </a:cubicBezTo>
                  <a:cubicBezTo>
                    <a:pt x="7889" y="24335"/>
                    <a:pt x="8755" y="24193"/>
                    <a:pt x="9635" y="23897"/>
                  </a:cubicBezTo>
                  <a:cubicBezTo>
                    <a:pt x="13739" y="22499"/>
                    <a:pt x="13830" y="20068"/>
                    <a:pt x="12645" y="17241"/>
                  </a:cubicBezTo>
                  <a:cubicBezTo>
                    <a:pt x="11459" y="14384"/>
                    <a:pt x="12493" y="13958"/>
                    <a:pt x="12918" y="11526"/>
                  </a:cubicBezTo>
                  <a:cubicBezTo>
                    <a:pt x="13313" y="9095"/>
                    <a:pt x="11094" y="8973"/>
                    <a:pt x="10912" y="6967"/>
                  </a:cubicBezTo>
                  <a:cubicBezTo>
                    <a:pt x="10699" y="4931"/>
                    <a:pt x="13891" y="4049"/>
                    <a:pt x="12979" y="1952"/>
                  </a:cubicBezTo>
                  <a:cubicBezTo>
                    <a:pt x="12167" y="149"/>
                    <a:pt x="9997" y="1"/>
                    <a:pt x="9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8"/>
            <p:cNvSpPr/>
            <p:nvPr/>
          </p:nvSpPr>
          <p:spPr>
            <a:xfrm>
              <a:off x="4480600" y="4757200"/>
              <a:ext cx="73725" cy="7625"/>
            </a:xfrm>
            <a:custGeom>
              <a:avLst/>
              <a:gdLst/>
              <a:ahLst/>
              <a:cxnLst/>
              <a:rect l="l" t="t" r="r" b="b"/>
              <a:pathLst>
                <a:path w="2949" h="305" fill="none" extrusionOk="0">
                  <a:moveTo>
                    <a:pt x="0" y="0"/>
                  </a:moveTo>
                  <a:cubicBezTo>
                    <a:pt x="0" y="0"/>
                    <a:pt x="1277" y="244"/>
                    <a:pt x="2949" y="304"/>
                  </a:cubicBezTo>
                </a:path>
              </a:pathLst>
            </a:custGeom>
            <a:solidFill>
              <a:schemeClr val="dk1"/>
            </a:solidFill>
            <a:ln w="7600" cap="flat" cmpd="sng">
              <a:solidFill>
                <a:srgbClr val="364769"/>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8"/>
            <p:cNvSpPr/>
            <p:nvPr/>
          </p:nvSpPr>
          <p:spPr>
            <a:xfrm>
              <a:off x="4532275" y="4316475"/>
              <a:ext cx="92725" cy="63075"/>
            </a:xfrm>
            <a:custGeom>
              <a:avLst/>
              <a:gdLst/>
              <a:ahLst/>
              <a:cxnLst/>
              <a:rect l="l" t="t" r="r" b="b"/>
              <a:pathLst>
                <a:path w="3709" h="2523" fill="none" extrusionOk="0">
                  <a:moveTo>
                    <a:pt x="0" y="2523"/>
                  </a:moveTo>
                  <a:cubicBezTo>
                    <a:pt x="0" y="2523"/>
                    <a:pt x="2462" y="2432"/>
                    <a:pt x="3708" y="0"/>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8"/>
            <p:cNvSpPr/>
            <p:nvPr/>
          </p:nvSpPr>
          <p:spPr>
            <a:xfrm>
              <a:off x="4441850" y="4385625"/>
              <a:ext cx="31925" cy="441500"/>
            </a:xfrm>
            <a:custGeom>
              <a:avLst/>
              <a:gdLst/>
              <a:ahLst/>
              <a:cxnLst/>
              <a:rect l="l" t="t" r="r" b="b"/>
              <a:pathLst>
                <a:path w="1277" h="17660" fill="none" extrusionOk="0">
                  <a:moveTo>
                    <a:pt x="0" y="0"/>
                  </a:moveTo>
                  <a:lnTo>
                    <a:pt x="1277" y="17660"/>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8"/>
            <p:cNvSpPr/>
            <p:nvPr/>
          </p:nvSpPr>
          <p:spPr>
            <a:xfrm>
              <a:off x="4325575" y="4384100"/>
              <a:ext cx="41825" cy="463550"/>
            </a:xfrm>
            <a:custGeom>
              <a:avLst/>
              <a:gdLst/>
              <a:ahLst/>
              <a:cxnLst/>
              <a:rect l="l" t="t" r="r" b="b"/>
              <a:pathLst>
                <a:path w="1673" h="18542" fill="none" extrusionOk="0">
                  <a:moveTo>
                    <a:pt x="0" y="0"/>
                  </a:moveTo>
                  <a:lnTo>
                    <a:pt x="1672" y="18542"/>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8"/>
            <p:cNvSpPr/>
            <p:nvPr/>
          </p:nvSpPr>
          <p:spPr>
            <a:xfrm>
              <a:off x="4074800" y="4384100"/>
              <a:ext cx="41075" cy="463550"/>
            </a:xfrm>
            <a:custGeom>
              <a:avLst/>
              <a:gdLst/>
              <a:ahLst/>
              <a:cxnLst/>
              <a:rect l="l" t="t" r="r" b="b"/>
              <a:pathLst>
                <a:path w="1643" h="18542" fill="none" extrusionOk="0">
                  <a:moveTo>
                    <a:pt x="1642" y="0"/>
                  </a:moveTo>
                  <a:lnTo>
                    <a:pt x="1" y="18542"/>
                  </a:lnTo>
                </a:path>
              </a:pathLst>
            </a:custGeom>
            <a:noFill/>
            <a:ln w="152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8"/>
            <p:cNvSpPr/>
            <p:nvPr/>
          </p:nvSpPr>
          <p:spPr>
            <a:xfrm>
              <a:off x="3998050" y="3922850"/>
              <a:ext cx="386825" cy="468875"/>
            </a:xfrm>
            <a:custGeom>
              <a:avLst/>
              <a:gdLst/>
              <a:ahLst/>
              <a:cxnLst/>
              <a:rect l="l" t="t" r="r" b="b"/>
              <a:pathLst>
                <a:path w="15473" h="18755" extrusionOk="0">
                  <a:moveTo>
                    <a:pt x="1034" y="0"/>
                  </a:moveTo>
                  <a:cubicBezTo>
                    <a:pt x="457" y="0"/>
                    <a:pt x="1" y="517"/>
                    <a:pt x="92" y="1094"/>
                  </a:cubicBezTo>
                  <a:lnTo>
                    <a:pt x="2372" y="17933"/>
                  </a:lnTo>
                  <a:cubicBezTo>
                    <a:pt x="2433" y="18389"/>
                    <a:pt x="2828" y="18754"/>
                    <a:pt x="3314" y="18754"/>
                  </a:cubicBezTo>
                  <a:lnTo>
                    <a:pt x="14469" y="18754"/>
                  </a:lnTo>
                  <a:cubicBezTo>
                    <a:pt x="15047" y="18754"/>
                    <a:pt x="15472" y="18237"/>
                    <a:pt x="15412" y="17660"/>
                  </a:cubicBezTo>
                  <a:lnTo>
                    <a:pt x="13132" y="851"/>
                  </a:lnTo>
                  <a:cubicBezTo>
                    <a:pt x="13071" y="365"/>
                    <a:pt x="12646" y="0"/>
                    <a:pt x="12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8"/>
            <p:cNvSpPr/>
            <p:nvPr/>
          </p:nvSpPr>
          <p:spPr>
            <a:xfrm>
              <a:off x="4175125" y="4354450"/>
              <a:ext cx="329800" cy="37275"/>
            </a:xfrm>
            <a:custGeom>
              <a:avLst/>
              <a:gdLst/>
              <a:ahLst/>
              <a:cxnLst/>
              <a:rect l="l" t="t" r="r" b="b"/>
              <a:pathLst>
                <a:path w="13192" h="1491" extrusionOk="0">
                  <a:moveTo>
                    <a:pt x="0" y="1"/>
                  </a:moveTo>
                  <a:lnTo>
                    <a:pt x="0" y="1490"/>
                  </a:lnTo>
                  <a:lnTo>
                    <a:pt x="13192" y="1490"/>
                  </a:lnTo>
                  <a:cubicBezTo>
                    <a:pt x="13192" y="669"/>
                    <a:pt x="12493" y="1"/>
                    <a:pt x="116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8"/>
            <p:cNvSpPr/>
            <p:nvPr/>
          </p:nvSpPr>
          <p:spPr>
            <a:xfrm>
              <a:off x="4387125" y="4211600"/>
              <a:ext cx="266750" cy="538025"/>
            </a:xfrm>
            <a:custGeom>
              <a:avLst/>
              <a:gdLst/>
              <a:ahLst/>
              <a:cxnLst/>
              <a:rect l="l" t="t" r="r" b="b"/>
              <a:pathLst>
                <a:path w="10670" h="21521" fill="none" extrusionOk="0">
                  <a:moveTo>
                    <a:pt x="1" y="0"/>
                  </a:moveTo>
                  <a:lnTo>
                    <a:pt x="10122" y="3374"/>
                  </a:lnTo>
                  <a:cubicBezTo>
                    <a:pt x="10457" y="3496"/>
                    <a:pt x="10669" y="3891"/>
                    <a:pt x="10578" y="4256"/>
                  </a:cubicBezTo>
                  <a:lnTo>
                    <a:pt x="5776" y="21520"/>
                  </a:lnTo>
                </a:path>
              </a:pathLst>
            </a:custGeom>
            <a:noFill/>
            <a:ln w="38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601;p28">
            <a:extLst>
              <a:ext uri="{FF2B5EF4-FFF2-40B4-BE49-F238E27FC236}">
                <a16:creationId xmlns:a16="http://schemas.microsoft.com/office/drawing/2014/main" id="{A89E3E52-F7A2-18EB-4ACC-BE6FA6845ABC}"/>
              </a:ext>
            </a:extLst>
          </p:cNvPr>
          <p:cNvGrpSpPr/>
          <p:nvPr/>
        </p:nvGrpSpPr>
        <p:grpSpPr>
          <a:xfrm>
            <a:off x="4315579" y="4044118"/>
            <a:ext cx="286025" cy="696000"/>
            <a:chOff x="3408106" y="3912500"/>
            <a:chExt cx="286025" cy="696000"/>
          </a:xfrm>
        </p:grpSpPr>
        <p:sp>
          <p:nvSpPr>
            <p:cNvPr id="7" name="Google Shape;602;p28">
              <a:extLst>
                <a:ext uri="{FF2B5EF4-FFF2-40B4-BE49-F238E27FC236}">
                  <a16:creationId xmlns:a16="http://schemas.microsoft.com/office/drawing/2014/main" id="{2C68E66B-2D56-8E61-8453-2642E7749853}"/>
                </a:ext>
              </a:extLst>
            </p:cNvPr>
            <p:cNvSpPr/>
            <p:nvPr/>
          </p:nvSpPr>
          <p:spPr>
            <a:xfrm rot="10800000">
              <a:off x="3608331" y="45227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03;p28">
              <a:extLst>
                <a:ext uri="{FF2B5EF4-FFF2-40B4-BE49-F238E27FC236}">
                  <a16:creationId xmlns:a16="http://schemas.microsoft.com/office/drawing/2014/main" id="{89B05515-8247-230B-4A7B-64771E9020AB}"/>
                </a:ext>
              </a:extLst>
            </p:cNvPr>
            <p:cNvSpPr/>
            <p:nvPr/>
          </p:nvSpPr>
          <p:spPr>
            <a:xfrm rot="10800000">
              <a:off x="3408106" y="45227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04;p28">
              <a:extLst>
                <a:ext uri="{FF2B5EF4-FFF2-40B4-BE49-F238E27FC236}">
                  <a16:creationId xmlns:a16="http://schemas.microsoft.com/office/drawing/2014/main" id="{4D82D859-DF44-C268-B932-08E733E5F534}"/>
                </a:ext>
              </a:extLst>
            </p:cNvPr>
            <p:cNvSpPr/>
            <p:nvPr/>
          </p:nvSpPr>
          <p:spPr>
            <a:xfrm rot="10800000">
              <a:off x="3608331" y="43701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05;p28">
              <a:extLst>
                <a:ext uri="{FF2B5EF4-FFF2-40B4-BE49-F238E27FC236}">
                  <a16:creationId xmlns:a16="http://schemas.microsoft.com/office/drawing/2014/main" id="{6B09B20B-0F21-1F53-B6E3-E1CDEA89E5B0}"/>
                </a:ext>
              </a:extLst>
            </p:cNvPr>
            <p:cNvSpPr/>
            <p:nvPr/>
          </p:nvSpPr>
          <p:spPr>
            <a:xfrm rot="10800000">
              <a:off x="3408106" y="43701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06;p28">
              <a:extLst>
                <a:ext uri="{FF2B5EF4-FFF2-40B4-BE49-F238E27FC236}">
                  <a16:creationId xmlns:a16="http://schemas.microsoft.com/office/drawing/2014/main" id="{D1FE1354-7D2C-A490-568E-95E45A972780}"/>
                </a:ext>
              </a:extLst>
            </p:cNvPr>
            <p:cNvSpPr/>
            <p:nvPr/>
          </p:nvSpPr>
          <p:spPr>
            <a:xfrm rot="10800000">
              <a:off x="3608331" y="42176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07;p28">
              <a:extLst>
                <a:ext uri="{FF2B5EF4-FFF2-40B4-BE49-F238E27FC236}">
                  <a16:creationId xmlns:a16="http://schemas.microsoft.com/office/drawing/2014/main" id="{7979B500-2CBA-E8D6-3728-04315A6387E6}"/>
                </a:ext>
              </a:extLst>
            </p:cNvPr>
            <p:cNvSpPr/>
            <p:nvPr/>
          </p:nvSpPr>
          <p:spPr>
            <a:xfrm rot="10800000">
              <a:off x="3408106" y="42176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08;p28">
              <a:extLst>
                <a:ext uri="{FF2B5EF4-FFF2-40B4-BE49-F238E27FC236}">
                  <a16:creationId xmlns:a16="http://schemas.microsoft.com/office/drawing/2014/main" id="{547F2252-D26C-625A-625B-9C67CCA1A979}"/>
                </a:ext>
              </a:extLst>
            </p:cNvPr>
            <p:cNvSpPr/>
            <p:nvPr/>
          </p:nvSpPr>
          <p:spPr>
            <a:xfrm rot="10800000">
              <a:off x="3608331" y="40650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09;p28">
              <a:extLst>
                <a:ext uri="{FF2B5EF4-FFF2-40B4-BE49-F238E27FC236}">
                  <a16:creationId xmlns:a16="http://schemas.microsoft.com/office/drawing/2014/main" id="{7F7A7A59-A970-82C8-6CD0-627DC58FF77D}"/>
                </a:ext>
              </a:extLst>
            </p:cNvPr>
            <p:cNvSpPr/>
            <p:nvPr/>
          </p:nvSpPr>
          <p:spPr>
            <a:xfrm rot="10800000">
              <a:off x="3408106" y="406505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10;p28">
              <a:extLst>
                <a:ext uri="{FF2B5EF4-FFF2-40B4-BE49-F238E27FC236}">
                  <a16:creationId xmlns:a16="http://schemas.microsoft.com/office/drawing/2014/main" id="{E42B610B-9CF0-3D2B-54FD-7F8440C4A95A}"/>
                </a:ext>
              </a:extLst>
            </p:cNvPr>
            <p:cNvSpPr/>
            <p:nvPr/>
          </p:nvSpPr>
          <p:spPr>
            <a:xfrm rot="10800000">
              <a:off x="3608331" y="39125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11;p28">
              <a:extLst>
                <a:ext uri="{FF2B5EF4-FFF2-40B4-BE49-F238E27FC236}">
                  <a16:creationId xmlns:a16="http://schemas.microsoft.com/office/drawing/2014/main" id="{1CE9AFA8-E29E-BE7B-B021-E7468ACE9402}"/>
                </a:ext>
              </a:extLst>
            </p:cNvPr>
            <p:cNvSpPr/>
            <p:nvPr/>
          </p:nvSpPr>
          <p:spPr>
            <a:xfrm rot="10800000">
              <a:off x="3408106" y="3912500"/>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Picture 17">
            <a:extLst>
              <a:ext uri="{FF2B5EF4-FFF2-40B4-BE49-F238E27FC236}">
                <a16:creationId xmlns:a16="http://schemas.microsoft.com/office/drawing/2014/main" id="{7AB29B43-F01A-F7EA-C4EE-2158493CD203}"/>
              </a:ext>
            </a:extLst>
          </p:cNvPr>
          <p:cNvPicPr>
            <a:picLocks noChangeAspect="1"/>
          </p:cNvPicPr>
          <p:nvPr/>
        </p:nvPicPr>
        <p:blipFill>
          <a:blip r:embed="rId3"/>
          <a:stretch>
            <a:fillRect/>
          </a:stretch>
        </p:blipFill>
        <p:spPr>
          <a:xfrm>
            <a:off x="1364674" y="-243754"/>
            <a:ext cx="2757054" cy="2574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grpSp>
        <p:nvGrpSpPr>
          <p:cNvPr id="708" name="Google Shape;708;p30"/>
          <p:cNvGrpSpPr/>
          <p:nvPr/>
        </p:nvGrpSpPr>
        <p:grpSpPr>
          <a:xfrm>
            <a:off x="2896878" y="1404675"/>
            <a:ext cx="1735200" cy="3127500"/>
            <a:chOff x="2896878" y="1404675"/>
            <a:chExt cx="1735200" cy="3127500"/>
          </a:xfrm>
        </p:grpSpPr>
        <p:sp>
          <p:nvSpPr>
            <p:cNvPr id="709" name="Google Shape;709;p30"/>
            <p:cNvSpPr/>
            <p:nvPr/>
          </p:nvSpPr>
          <p:spPr>
            <a:xfrm>
              <a:off x="2896878" y="1404675"/>
              <a:ext cx="1735200" cy="312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0"/>
            <p:cNvSpPr/>
            <p:nvPr/>
          </p:nvSpPr>
          <p:spPr>
            <a:xfrm>
              <a:off x="2966928" y="1454650"/>
              <a:ext cx="1595100" cy="958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0"/>
            <p:cNvSpPr/>
            <p:nvPr/>
          </p:nvSpPr>
          <p:spPr>
            <a:xfrm>
              <a:off x="2966928" y="2489233"/>
              <a:ext cx="1595100" cy="958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0"/>
            <p:cNvSpPr/>
            <p:nvPr/>
          </p:nvSpPr>
          <p:spPr>
            <a:xfrm>
              <a:off x="2966928" y="3523817"/>
              <a:ext cx="1595100" cy="958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0"/>
            <p:cNvSpPr/>
            <p:nvPr/>
          </p:nvSpPr>
          <p:spPr>
            <a:xfrm>
              <a:off x="4338653" y="1727675"/>
              <a:ext cx="121800" cy="536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0"/>
            <p:cNvSpPr/>
            <p:nvPr/>
          </p:nvSpPr>
          <p:spPr>
            <a:xfrm>
              <a:off x="4157228" y="2087575"/>
              <a:ext cx="121800" cy="176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0"/>
            <p:cNvSpPr/>
            <p:nvPr/>
          </p:nvSpPr>
          <p:spPr>
            <a:xfrm>
              <a:off x="3975778" y="1861875"/>
              <a:ext cx="121800" cy="40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0"/>
            <p:cNvSpPr/>
            <p:nvPr/>
          </p:nvSpPr>
          <p:spPr>
            <a:xfrm>
              <a:off x="3794362" y="1603950"/>
              <a:ext cx="121800" cy="660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0"/>
            <p:cNvSpPr/>
            <p:nvPr/>
          </p:nvSpPr>
          <p:spPr>
            <a:xfrm>
              <a:off x="3612928" y="1778275"/>
              <a:ext cx="121800" cy="4857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0"/>
            <p:cNvSpPr/>
            <p:nvPr/>
          </p:nvSpPr>
          <p:spPr>
            <a:xfrm>
              <a:off x="3431503" y="1654550"/>
              <a:ext cx="121800" cy="6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0"/>
            <p:cNvSpPr/>
            <p:nvPr/>
          </p:nvSpPr>
          <p:spPr>
            <a:xfrm>
              <a:off x="3250078" y="1806750"/>
              <a:ext cx="121800" cy="457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0"/>
            <p:cNvSpPr/>
            <p:nvPr/>
          </p:nvSpPr>
          <p:spPr>
            <a:xfrm>
              <a:off x="3068653" y="2051063"/>
              <a:ext cx="121800" cy="213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0"/>
            <p:cNvSpPr/>
            <p:nvPr/>
          </p:nvSpPr>
          <p:spPr>
            <a:xfrm>
              <a:off x="3068661" y="2882961"/>
              <a:ext cx="390300" cy="390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0"/>
            <p:cNvSpPr/>
            <p:nvPr/>
          </p:nvSpPr>
          <p:spPr>
            <a:xfrm>
              <a:off x="3313792" y="2882961"/>
              <a:ext cx="390300" cy="3903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0"/>
            <p:cNvSpPr/>
            <p:nvPr/>
          </p:nvSpPr>
          <p:spPr>
            <a:xfrm>
              <a:off x="3191218" y="2663825"/>
              <a:ext cx="390300" cy="390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4" name="Google Shape;724;p30"/>
            <p:cNvGrpSpPr/>
            <p:nvPr/>
          </p:nvGrpSpPr>
          <p:grpSpPr>
            <a:xfrm>
              <a:off x="3803026" y="2649982"/>
              <a:ext cx="673901" cy="659333"/>
              <a:chOff x="8116750" y="2573750"/>
              <a:chExt cx="646800" cy="659333"/>
            </a:xfrm>
          </p:grpSpPr>
          <p:sp>
            <p:nvSpPr>
              <p:cNvPr id="725" name="Google Shape;725;p30"/>
              <p:cNvSpPr/>
              <p:nvPr/>
            </p:nvSpPr>
            <p:spPr>
              <a:xfrm>
                <a:off x="8116750" y="2573750"/>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0"/>
              <p:cNvSpPr/>
              <p:nvPr/>
            </p:nvSpPr>
            <p:spPr>
              <a:xfrm>
                <a:off x="8116750" y="26432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0"/>
              <p:cNvSpPr/>
              <p:nvPr/>
            </p:nvSpPr>
            <p:spPr>
              <a:xfrm>
                <a:off x="8116750" y="271280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0"/>
              <p:cNvSpPr/>
              <p:nvPr/>
            </p:nvSpPr>
            <p:spPr>
              <a:xfrm>
                <a:off x="8116750" y="278233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0"/>
              <p:cNvSpPr/>
              <p:nvPr/>
            </p:nvSpPr>
            <p:spPr>
              <a:xfrm>
                <a:off x="8116750" y="285185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0"/>
              <p:cNvSpPr/>
              <p:nvPr/>
            </p:nvSpPr>
            <p:spPr>
              <a:xfrm>
                <a:off x="8116750" y="29213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0"/>
              <p:cNvSpPr/>
              <p:nvPr/>
            </p:nvSpPr>
            <p:spPr>
              <a:xfrm>
                <a:off x="8116750" y="299090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0"/>
              <p:cNvSpPr/>
              <p:nvPr/>
            </p:nvSpPr>
            <p:spPr>
              <a:xfrm>
                <a:off x="8116750" y="306043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0"/>
              <p:cNvSpPr/>
              <p:nvPr/>
            </p:nvSpPr>
            <p:spPr>
              <a:xfrm>
                <a:off x="8116750" y="312995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0"/>
              <p:cNvSpPr/>
              <p:nvPr/>
            </p:nvSpPr>
            <p:spPr>
              <a:xfrm>
                <a:off x="8116750" y="31994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 name="Google Shape;735;p30"/>
            <p:cNvSpPr/>
            <p:nvPr/>
          </p:nvSpPr>
          <p:spPr>
            <a:xfrm>
              <a:off x="3845728" y="3660025"/>
              <a:ext cx="268350" cy="686100"/>
            </a:xfrm>
            <a:prstGeom prst="flowChartCollat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0"/>
            <p:cNvSpPr/>
            <p:nvPr/>
          </p:nvSpPr>
          <p:spPr>
            <a:xfrm>
              <a:off x="4208578" y="3660025"/>
              <a:ext cx="268350" cy="686100"/>
            </a:xfrm>
            <a:prstGeom prst="flowChartCollat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7" name="Google Shape;737;p30"/>
            <p:cNvGrpSpPr/>
            <p:nvPr/>
          </p:nvGrpSpPr>
          <p:grpSpPr>
            <a:xfrm>
              <a:off x="3049426" y="3672882"/>
              <a:ext cx="673901" cy="659333"/>
              <a:chOff x="8116750" y="2573750"/>
              <a:chExt cx="646800" cy="659333"/>
            </a:xfrm>
          </p:grpSpPr>
          <p:sp>
            <p:nvSpPr>
              <p:cNvPr id="738" name="Google Shape;738;p30"/>
              <p:cNvSpPr/>
              <p:nvPr/>
            </p:nvSpPr>
            <p:spPr>
              <a:xfrm>
                <a:off x="8116750" y="2573750"/>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0"/>
              <p:cNvSpPr/>
              <p:nvPr/>
            </p:nvSpPr>
            <p:spPr>
              <a:xfrm>
                <a:off x="8116750" y="26432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0"/>
              <p:cNvSpPr/>
              <p:nvPr/>
            </p:nvSpPr>
            <p:spPr>
              <a:xfrm>
                <a:off x="8116750" y="271280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0"/>
              <p:cNvSpPr/>
              <p:nvPr/>
            </p:nvSpPr>
            <p:spPr>
              <a:xfrm>
                <a:off x="8116750" y="278233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0"/>
              <p:cNvSpPr/>
              <p:nvPr/>
            </p:nvSpPr>
            <p:spPr>
              <a:xfrm>
                <a:off x="8116750" y="285185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0"/>
              <p:cNvSpPr/>
              <p:nvPr/>
            </p:nvSpPr>
            <p:spPr>
              <a:xfrm>
                <a:off x="8116750" y="29213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0"/>
              <p:cNvSpPr/>
              <p:nvPr/>
            </p:nvSpPr>
            <p:spPr>
              <a:xfrm>
                <a:off x="8116750" y="299090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0"/>
              <p:cNvSpPr/>
              <p:nvPr/>
            </p:nvSpPr>
            <p:spPr>
              <a:xfrm>
                <a:off x="8116750" y="306043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0"/>
              <p:cNvSpPr/>
              <p:nvPr/>
            </p:nvSpPr>
            <p:spPr>
              <a:xfrm>
                <a:off x="8116750" y="3129958"/>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0"/>
              <p:cNvSpPr/>
              <p:nvPr/>
            </p:nvSpPr>
            <p:spPr>
              <a:xfrm>
                <a:off x="8116750" y="3199483"/>
                <a:ext cx="646800" cy="3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8" name="Google Shape;748;p30"/>
          <p:cNvGrpSpPr/>
          <p:nvPr/>
        </p:nvGrpSpPr>
        <p:grpSpPr>
          <a:xfrm>
            <a:off x="1332967" y="1480630"/>
            <a:ext cx="1977109" cy="3048606"/>
            <a:chOff x="2206348" y="1404430"/>
            <a:chExt cx="1977109" cy="3048606"/>
          </a:xfrm>
        </p:grpSpPr>
        <p:sp>
          <p:nvSpPr>
            <p:cNvPr id="749" name="Google Shape;749;p30"/>
            <p:cNvSpPr/>
            <p:nvPr/>
          </p:nvSpPr>
          <p:spPr>
            <a:xfrm>
              <a:off x="2588083" y="2026261"/>
              <a:ext cx="381826" cy="381781"/>
            </a:xfrm>
            <a:custGeom>
              <a:avLst/>
              <a:gdLst/>
              <a:ahLst/>
              <a:cxnLst/>
              <a:rect l="l" t="t" r="r" b="b"/>
              <a:pathLst>
                <a:path w="8330" h="8329" extrusionOk="0">
                  <a:moveTo>
                    <a:pt x="1" y="0"/>
                  </a:moveTo>
                  <a:lnTo>
                    <a:pt x="1" y="8328"/>
                  </a:lnTo>
                  <a:lnTo>
                    <a:pt x="8329" y="8328"/>
                  </a:lnTo>
                  <a:lnTo>
                    <a:pt x="8329" y="0"/>
                  </a:lnTo>
                  <a:close/>
                </a:path>
              </a:pathLst>
            </a:custGeom>
            <a:solidFill>
              <a:srgbClr val="E9A7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0"/>
            <p:cNvSpPr/>
            <p:nvPr/>
          </p:nvSpPr>
          <p:spPr>
            <a:xfrm>
              <a:off x="2588083" y="2551513"/>
              <a:ext cx="381826" cy="381781"/>
            </a:xfrm>
            <a:custGeom>
              <a:avLst/>
              <a:gdLst/>
              <a:ahLst/>
              <a:cxnLst/>
              <a:rect l="l" t="t" r="r" b="b"/>
              <a:pathLst>
                <a:path w="8330" h="8329" extrusionOk="0">
                  <a:moveTo>
                    <a:pt x="1" y="0"/>
                  </a:moveTo>
                  <a:lnTo>
                    <a:pt x="1" y="8329"/>
                  </a:lnTo>
                  <a:lnTo>
                    <a:pt x="8329" y="8329"/>
                  </a:lnTo>
                  <a:lnTo>
                    <a:pt x="8329" y="0"/>
                  </a:lnTo>
                  <a:close/>
                </a:path>
              </a:pathLst>
            </a:custGeom>
            <a:solidFill>
              <a:srgbClr val="E9A7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0"/>
            <p:cNvSpPr/>
            <p:nvPr/>
          </p:nvSpPr>
          <p:spPr>
            <a:xfrm>
              <a:off x="2224454" y="2863575"/>
              <a:ext cx="190913" cy="90621"/>
            </a:xfrm>
            <a:custGeom>
              <a:avLst/>
              <a:gdLst/>
              <a:ahLst/>
              <a:cxnLst/>
              <a:rect l="l" t="t" r="r" b="b"/>
              <a:pathLst>
                <a:path w="4165" h="1977" extrusionOk="0">
                  <a:moveTo>
                    <a:pt x="517" y="1"/>
                  </a:moveTo>
                  <a:lnTo>
                    <a:pt x="426" y="973"/>
                  </a:lnTo>
                  <a:lnTo>
                    <a:pt x="1" y="1673"/>
                  </a:lnTo>
                  <a:lnTo>
                    <a:pt x="1" y="1977"/>
                  </a:lnTo>
                  <a:lnTo>
                    <a:pt x="4165" y="1977"/>
                  </a:lnTo>
                  <a:lnTo>
                    <a:pt x="3648" y="1156"/>
                  </a:lnTo>
                  <a:lnTo>
                    <a:pt x="2341" y="518"/>
                  </a:lnTo>
                  <a:lnTo>
                    <a:pt x="517" y="1"/>
                  </a:ln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0"/>
            <p:cNvSpPr/>
            <p:nvPr/>
          </p:nvSpPr>
          <p:spPr>
            <a:xfrm>
              <a:off x="2206348" y="1775301"/>
              <a:ext cx="405479" cy="633978"/>
            </a:xfrm>
            <a:custGeom>
              <a:avLst/>
              <a:gdLst/>
              <a:ahLst/>
              <a:cxnLst/>
              <a:rect l="l" t="t" r="r" b="b"/>
              <a:pathLst>
                <a:path w="8846" h="13831" extrusionOk="0">
                  <a:moveTo>
                    <a:pt x="6019" y="1"/>
                  </a:moveTo>
                  <a:cubicBezTo>
                    <a:pt x="5347" y="1"/>
                    <a:pt x="4664" y="232"/>
                    <a:pt x="4104" y="703"/>
                  </a:cubicBezTo>
                  <a:cubicBezTo>
                    <a:pt x="3557" y="1129"/>
                    <a:pt x="3010" y="1767"/>
                    <a:pt x="2736" y="2648"/>
                  </a:cubicBezTo>
                  <a:cubicBezTo>
                    <a:pt x="2250" y="4168"/>
                    <a:pt x="1034" y="8606"/>
                    <a:pt x="305" y="11250"/>
                  </a:cubicBezTo>
                  <a:cubicBezTo>
                    <a:pt x="1" y="12344"/>
                    <a:pt x="669" y="13500"/>
                    <a:pt x="1794" y="13773"/>
                  </a:cubicBezTo>
                  <a:cubicBezTo>
                    <a:pt x="1953" y="13812"/>
                    <a:pt x="2113" y="13830"/>
                    <a:pt x="2272" y="13830"/>
                  </a:cubicBezTo>
                  <a:cubicBezTo>
                    <a:pt x="2990" y="13830"/>
                    <a:pt x="3670" y="13448"/>
                    <a:pt x="4043" y="12800"/>
                  </a:cubicBezTo>
                  <a:cubicBezTo>
                    <a:pt x="5502" y="10247"/>
                    <a:pt x="8511" y="4776"/>
                    <a:pt x="8755" y="3135"/>
                  </a:cubicBezTo>
                  <a:cubicBezTo>
                    <a:pt x="8846" y="2436"/>
                    <a:pt x="8694" y="1828"/>
                    <a:pt x="8390" y="1311"/>
                  </a:cubicBezTo>
                  <a:cubicBezTo>
                    <a:pt x="7860" y="445"/>
                    <a:pt x="6950" y="1"/>
                    <a:pt x="6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0"/>
            <p:cNvSpPr/>
            <p:nvPr/>
          </p:nvSpPr>
          <p:spPr>
            <a:xfrm>
              <a:off x="3765419" y="1698981"/>
              <a:ext cx="418038" cy="268791"/>
            </a:xfrm>
            <a:custGeom>
              <a:avLst/>
              <a:gdLst/>
              <a:ahLst/>
              <a:cxnLst/>
              <a:rect l="l" t="t" r="r" b="b"/>
              <a:pathLst>
                <a:path w="9120" h="5864" extrusionOk="0">
                  <a:moveTo>
                    <a:pt x="5402" y="1"/>
                  </a:moveTo>
                  <a:cubicBezTo>
                    <a:pt x="5364" y="1"/>
                    <a:pt x="5326" y="9"/>
                    <a:pt x="5289" y="28"/>
                  </a:cubicBezTo>
                  <a:lnTo>
                    <a:pt x="2584" y="1274"/>
                  </a:lnTo>
                  <a:lnTo>
                    <a:pt x="1581" y="2763"/>
                  </a:lnTo>
                  <a:lnTo>
                    <a:pt x="0" y="3918"/>
                  </a:lnTo>
                  <a:lnTo>
                    <a:pt x="1642" y="5863"/>
                  </a:lnTo>
                  <a:lnTo>
                    <a:pt x="2341" y="4800"/>
                  </a:lnTo>
                  <a:cubicBezTo>
                    <a:pt x="2341" y="4800"/>
                    <a:pt x="3740" y="5121"/>
                    <a:pt x="4713" y="5121"/>
                  </a:cubicBezTo>
                  <a:cubicBezTo>
                    <a:pt x="5078" y="5121"/>
                    <a:pt x="5383" y="5076"/>
                    <a:pt x="5532" y="4952"/>
                  </a:cubicBezTo>
                  <a:cubicBezTo>
                    <a:pt x="6079" y="4465"/>
                    <a:pt x="6627" y="2672"/>
                    <a:pt x="6627" y="2672"/>
                  </a:cubicBezTo>
                  <a:lnTo>
                    <a:pt x="8967" y="2125"/>
                  </a:lnTo>
                  <a:lnTo>
                    <a:pt x="9119" y="1274"/>
                  </a:lnTo>
                  <a:lnTo>
                    <a:pt x="4377" y="1669"/>
                  </a:lnTo>
                  <a:cubicBezTo>
                    <a:pt x="4377" y="1669"/>
                    <a:pt x="4985" y="1426"/>
                    <a:pt x="5380" y="879"/>
                  </a:cubicBezTo>
                  <a:cubicBezTo>
                    <a:pt x="5532" y="666"/>
                    <a:pt x="5624" y="453"/>
                    <a:pt x="5654" y="301"/>
                  </a:cubicBezTo>
                  <a:cubicBezTo>
                    <a:pt x="5678" y="131"/>
                    <a:pt x="5548" y="1"/>
                    <a:pt x="5402" y="1"/>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0"/>
            <p:cNvSpPr/>
            <p:nvPr/>
          </p:nvSpPr>
          <p:spPr>
            <a:xfrm>
              <a:off x="2863979" y="4242917"/>
              <a:ext cx="111477" cy="182571"/>
            </a:xfrm>
            <a:custGeom>
              <a:avLst/>
              <a:gdLst/>
              <a:ahLst/>
              <a:cxnLst/>
              <a:rect l="l" t="t" r="r" b="b"/>
              <a:pathLst>
                <a:path w="2432" h="3983" extrusionOk="0">
                  <a:moveTo>
                    <a:pt x="487" y="0"/>
                  </a:moveTo>
                  <a:lnTo>
                    <a:pt x="0" y="3891"/>
                  </a:lnTo>
                  <a:lnTo>
                    <a:pt x="2432" y="3982"/>
                  </a:lnTo>
                  <a:lnTo>
                    <a:pt x="2432" y="92"/>
                  </a:lnTo>
                  <a:lnTo>
                    <a:pt x="487" y="0"/>
                  </a:ln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0"/>
            <p:cNvSpPr/>
            <p:nvPr/>
          </p:nvSpPr>
          <p:spPr>
            <a:xfrm>
              <a:off x="2653585" y="4345318"/>
              <a:ext cx="344194" cy="107718"/>
            </a:xfrm>
            <a:custGeom>
              <a:avLst/>
              <a:gdLst/>
              <a:ahLst/>
              <a:cxnLst/>
              <a:rect l="l" t="t" r="r" b="b"/>
              <a:pathLst>
                <a:path w="7509" h="2350" extrusionOk="0">
                  <a:moveTo>
                    <a:pt x="4162" y="0"/>
                  </a:moveTo>
                  <a:cubicBezTo>
                    <a:pt x="3853" y="0"/>
                    <a:pt x="3604" y="280"/>
                    <a:pt x="3496" y="441"/>
                  </a:cubicBezTo>
                  <a:cubicBezTo>
                    <a:pt x="3435" y="502"/>
                    <a:pt x="3344" y="563"/>
                    <a:pt x="3253" y="563"/>
                  </a:cubicBezTo>
                  <a:cubicBezTo>
                    <a:pt x="1916" y="897"/>
                    <a:pt x="1" y="1900"/>
                    <a:pt x="213" y="2204"/>
                  </a:cubicBezTo>
                  <a:cubicBezTo>
                    <a:pt x="310" y="2314"/>
                    <a:pt x="1423" y="2350"/>
                    <a:pt x="2754" y="2350"/>
                  </a:cubicBezTo>
                  <a:cubicBezTo>
                    <a:pt x="4360" y="2350"/>
                    <a:pt x="6282" y="2298"/>
                    <a:pt x="7113" y="2265"/>
                  </a:cubicBezTo>
                  <a:cubicBezTo>
                    <a:pt x="7356" y="2265"/>
                    <a:pt x="7508" y="2052"/>
                    <a:pt x="7478" y="1839"/>
                  </a:cubicBezTo>
                  <a:lnTo>
                    <a:pt x="7387" y="1292"/>
                  </a:lnTo>
                  <a:cubicBezTo>
                    <a:pt x="7362" y="1098"/>
                    <a:pt x="7182" y="962"/>
                    <a:pt x="7003" y="962"/>
                  </a:cubicBezTo>
                  <a:cubicBezTo>
                    <a:pt x="6958" y="962"/>
                    <a:pt x="6913" y="970"/>
                    <a:pt x="6870" y="988"/>
                  </a:cubicBezTo>
                  <a:cubicBezTo>
                    <a:pt x="6809" y="1019"/>
                    <a:pt x="6748" y="1049"/>
                    <a:pt x="6657" y="1080"/>
                  </a:cubicBezTo>
                  <a:cubicBezTo>
                    <a:pt x="6556" y="1113"/>
                    <a:pt x="6457" y="1128"/>
                    <a:pt x="6363" y="1128"/>
                  </a:cubicBezTo>
                  <a:cubicBezTo>
                    <a:pt x="6034" y="1128"/>
                    <a:pt x="5759" y="955"/>
                    <a:pt x="5593" y="836"/>
                  </a:cubicBezTo>
                  <a:cubicBezTo>
                    <a:pt x="5502" y="776"/>
                    <a:pt x="5411" y="745"/>
                    <a:pt x="5289" y="745"/>
                  </a:cubicBezTo>
                  <a:cubicBezTo>
                    <a:pt x="5251" y="758"/>
                    <a:pt x="5213" y="764"/>
                    <a:pt x="5176" y="764"/>
                  </a:cubicBezTo>
                  <a:cubicBezTo>
                    <a:pt x="5036" y="764"/>
                    <a:pt x="4912" y="677"/>
                    <a:pt x="4864" y="532"/>
                  </a:cubicBezTo>
                  <a:cubicBezTo>
                    <a:pt x="4773" y="320"/>
                    <a:pt x="4590" y="77"/>
                    <a:pt x="4286" y="16"/>
                  </a:cubicBezTo>
                  <a:cubicBezTo>
                    <a:pt x="4244" y="5"/>
                    <a:pt x="4202" y="0"/>
                    <a:pt x="4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0"/>
            <p:cNvSpPr/>
            <p:nvPr/>
          </p:nvSpPr>
          <p:spPr>
            <a:xfrm>
              <a:off x="2524002" y="4128690"/>
              <a:ext cx="160294" cy="206223"/>
            </a:xfrm>
            <a:custGeom>
              <a:avLst/>
              <a:gdLst/>
              <a:ahLst/>
              <a:cxnLst/>
              <a:rect l="l" t="t" r="r" b="b"/>
              <a:pathLst>
                <a:path w="3497" h="4499" extrusionOk="0">
                  <a:moveTo>
                    <a:pt x="1794" y="0"/>
                  </a:moveTo>
                  <a:lnTo>
                    <a:pt x="1" y="790"/>
                  </a:lnTo>
                  <a:lnTo>
                    <a:pt x="1308" y="4499"/>
                  </a:lnTo>
                  <a:lnTo>
                    <a:pt x="3496" y="3496"/>
                  </a:lnTo>
                  <a:lnTo>
                    <a:pt x="1794" y="0"/>
                  </a:ln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0"/>
            <p:cNvSpPr/>
            <p:nvPr/>
          </p:nvSpPr>
          <p:spPr>
            <a:xfrm>
              <a:off x="2398636" y="4254926"/>
              <a:ext cx="313529" cy="190271"/>
            </a:xfrm>
            <a:custGeom>
              <a:avLst/>
              <a:gdLst/>
              <a:ahLst/>
              <a:cxnLst/>
              <a:rect l="l" t="t" r="r" b="b"/>
              <a:pathLst>
                <a:path w="6840" h="4151" extrusionOk="0">
                  <a:moveTo>
                    <a:pt x="6078" y="0"/>
                  </a:moveTo>
                  <a:cubicBezTo>
                    <a:pt x="5972" y="0"/>
                    <a:pt x="5863" y="46"/>
                    <a:pt x="5775" y="134"/>
                  </a:cubicBezTo>
                  <a:cubicBezTo>
                    <a:pt x="5745" y="194"/>
                    <a:pt x="5684" y="225"/>
                    <a:pt x="5623" y="286"/>
                  </a:cubicBezTo>
                  <a:cubicBezTo>
                    <a:pt x="5400" y="529"/>
                    <a:pt x="5124" y="583"/>
                    <a:pt x="4892" y="583"/>
                  </a:cubicBezTo>
                  <a:cubicBezTo>
                    <a:pt x="4776" y="583"/>
                    <a:pt x="4671" y="569"/>
                    <a:pt x="4590" y="559"/>
                  </a:cubicBezTo>
                  <a:cubicBezTo>
                    <a:pt x="4557" y="551"/>
                    <a:pt x="4525" y="547"/>
                    <a:pt x="4493" y="547"/>
                  </a:cubicBezTo>
                  <a:cubicBezTo>
                    <a:pt x="4405" y="547"/>
                    <a:pt x="4322" y="575"/>
                    <a:pt x="4256" y="620"/>
                  </a:cubicBezTo>
                  <a:cubicBezTo>
                    <a:pt x="4185" y="676"/>
                    <a:pt x="4108" y="700"/>
                    <a:pt x="4030" y="700"/>
                  </a:cubicBezTo>
                  <a:cubicBezTo>
                    <a:pt x="3941" y="700"/>
                    <a:pt x="3851" y="669"/>
                    <a:pt x="3769" y="620"/>
                  </a:cubicBezTo>
                  <a:cubicBezTo>
                    <a:pt x="3615" y="491"/>
                    <a:pt x="3418" y="363"/>
                    <a:pt x="3177" y="363"/>
                  </a:cubicBezTo>
                  <a:cubicBezTo>
                    <a:pt x="3132" y="363"/>
                    <a:pt x="3087" y="367"/>
                    <a:pt x="3040" y="377"/>
                  </a:cubicBezTo>
                  <a:cubicBezTo>
                    <a:pt x="2645" y="468"/>
                    <a:pt x="2523" y="893"/>
                    <a:pt x="2493" y="1106"/>
                  </a:cubicBezTo>
                  <a:cubicBezTo>
                    <a:pt x="2462" y="1197"/>
                    <a:pt x="2432" y="1289"/>
                    <a:pt x="2371" y="1349"/>
                  </a:cubicBezTo>
                  <a:cubicBezTo>
                    <a:pt x="1277" y="2231"/>
                    <a:pt x="0" y="3994"/>
                    <a:pt x="335" y="4146"/>
                  </a:cubicBezTo>
                  <a:cubicBezTo>
                    <a:pt x="342" y="4149"/>
                    <a:pt x="352" y="4150"/>
                    <a:pt x="365" y="4150"/>
                  </a:cubicBezTo>
                  <a:cubicBezTo>
                    <a:pt x="864" y="4150"/>
                    <a:pt x="5232" y="1878"/>
                    <a:pt x="6566" y="1167"/>
                  </a:cubicBezTo>
                  <a:cubicBezTo>
                    <a:pt x="6778" y="1076"/>
                    <a:pt x="6839" y="802"/>
                    <a:pt x="6687" y="620"/>
                  </a:cubicBezTo>
                  <a:lnTo>
                    <a:pt x="6383" y="164"/>
                  </a:lnTo>
                  <a:cubicBezTo>
                    <a:pt x="6304" y="54"/>
                    <a:pt x="6193" y="0"/>
                    <a:pt x="60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0"/>
            <p:cNvSpPr/>
            <p:nvPr/>
          </p:nvSpPr>
          <p:spPr>
            <a:xfrm>
              <a:off x="2316404" y="2655106"/>
              <a:ext cx="496053" cy="1551279"/>
            </a:xfrm>
            <a:custGeom>
              <a:avLst/>
              <a:gdLst/>
              <a:ahLst/>
              <a:cxnLst/>
              <a:rect l="l" t="t" r="r" b="b"/>
              <a:pathLst>
                <a:path w="10822" h="33843" extrusionOk="0">
                  <a:moveTo>
                    <a:pt x="6444" y="1"/>
                  </a:moveTo>
                  <a:cubicBezTo>
                    <a:pt x="4970" y="1"/>
                    <a:pt x="3441" y="954"/>
                    <a:pt x="2706" y="2300"/>
                  </a:cubicBezTo>
                  <a:cubicBezTo>
                    <a:pt x="2706" y="2300"/>
                    <a:pt x="1" y="16464"/>
                    <a:pt x="1" y="18865"/>
                  </a:cubicBezTo>
                  <a:cubicBezTo>
                    <a:pt x="1" y="21236"/>
                    <a:pt x="4378" y="33607"/>
                    <a:pt x="4378" y="33607"/>
                  </a:cubicBezTo>
                  <a:cubicBezTo>
                    <a:pt x="4378" y="33607"/>
                    <a:pt x="4629" y="33843"/>
                    <a:pt x="5068" y="33843"/>
                  </a:cubicBezTo>
                  <a:cubicBezTo>
                    <a:pt x="5493" y="33843"/>
                    <a:pt x="6092" y="33622"/>
                    <a:pt x="6809" y="32756"/>
                  </a:cubicBezTo>
                  <a:cubicBezTo>
                    <a:pt x="6809" y="32756"/>
                    <a:pt x="7174" y="24580"/>
                    <a:pt x="6961" y="22817"/>
                  </a:cubicBezTo>
                  <a:cubicBezTo>
                    <a:pt x="6749" y="21023"/>
                    <a:pt x="5198" y="18744"/>
                    <a:pt x="5198" y="18744"/>
                  </a:cubicBezTo>
                  <a:lnTo>
                    <a:pt x="8937" y="6980"/>
                  </a:lnTo>
                  <a:cubicBezTo>
                    <a:pt x="8937" y="6677"/>
                    <a:pt x="10822" y="4275"/>
                    <a:pt x="9150" y="1570"/>
                  </a:cubicBezTo>
                  <a:cubicBezTo>
                    <a:pt x="8465" y="461"/>
                    <a:pt x="7468" y="1"/>
                    <a:pt x="64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0"/>
            <p:cNvSpPr/>
            <p:nvPr/>
          </p:nvSpPr>
          <p:spPr>
            <a:xfrm>
              <a:off x="2717665" y="2659827"/>
              <a:ext cx="383201" cy="1626544"/>
            </a:xfrm>
            <a:custGeom>
              <a:avLst/>
              <a:gdLst/>
              <a:ahLst/>
              <a:cxnLst/>
              <a:rect l="l" t="t" r="r" b="b"/>
              <a:pathLst>
                <a:path w="8360" h="35485" extrusionOk="0">
                  <a:moveTo>
                    <a:pt x="3848" y="0"/>
                  </a:moveTo>
                  <a:cubicBezTo>
                    <a:pt x="2077" y="0"/>
                    <a:pt x="306" y="802"/>
                    <a:pt x="1" y="3139"/>
                  </a:cubicBezTo>
                  <a:cubicBezTo>
                    <a:pt x="1" y="3139"/>
                    <a:pt x="1460" y="17941"/>
                    <a:pt x="1460" y="19309"/>
                  </a:cubicBezTo>
                  <a:cubicBezTo>
                    <a:pt x="1490" y="20677"/>
                    <a:pt x="3284" y="35085"/>
                    <a:pt x="3284" y="35085"/>
                  </a:cubicBezTo>
                  <a:cubicBezTo>
                    <a:pt x="3709" y="35385"/>
                    <a:pt x="4144" y="35484"/>
                    <a:pt x="4534" y="35484"/>
                  </a:cubicBezTo>
                  <a:cubicBezTo>
                    <a:pt x="5287" y="35484"/>
                    <a:pt x="5867" y="35115"/>
                    <a:pt x="5867" y="35115"/>
                  </a:cubicBezTo>
                  <a:cubicBezTo>
                    <a:pt x="5867" y="35115"/>
                    <a:pt x="7539" y="25936"/>
                    <a:pt x="7448" y="23838"/>
                  </a:cubicBezTo>
                  <a:cubicBezTo>
                    <a:pt x="7326" y="21741"/>
                    <a:pt x="6566" y="18428"/>
                    <a:pt x="6566" y="18428"/>
                  </a:cubicBezTo>
                  <a:cubicBezTo>
                    <a:pt x="6627" y="15723"/>
                    <a:pt x="8360" y="3352"/>
                    <a:pt x="7691" y="1649"/>
                  </a:cubicBezTo>
                  <a:cubicBezTo>
                    <a:pt x="7358" y="787"/>
                    <a:pt x="5603" y="0"/>
                    <a:pt x="38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0"/>
            <p:cNvSpPr/>
            <p:nvPr/>
          </p:nvSpPr>
          <p:spPr>
            <a:xfrm>
              <a:off x="2349865" y="1749403"/>
              <a:ext cx="810911" cy="1078602"/>
            </a:xfrm>
            <a:custGeom>
              <a:avLst/>
              <a:gdLst/>
              <a:ahLst/>
              <a:cxnLst/>
              <a:rect l="l" t="t" r="r" b="b"/>
              <a:pathLst>
                <a:path w="17691" h="23531" extrusionOk="0">
                  <a:moveTo>
                    <a:pt x="12778" y="0"/>
                  </a:moveTo>
                  <a:cubicBezTo>
                    <a:pt x="9590" y="0"/>
                    <a:pt x="3800" y="417"/>
                    <a:pt x="3800" y="417"/>
                  </a:cubicBezTo>
                  <a:cubicBezTo>
                    <a:pt x="3800" y="417"/>
                    <a:pt x="3752" y="413"/>
                    <a:pt x="3667" y="413"/>
                  </a:cubicBezTo>
                  <a:cubicBezTo>
                    <a:pt x="3208" y="413"/>
                    <a:pt x="1682" y="521"/>
                    <a:pt x="912" y="1906"/>
                  </a:cubicBezTo>
                  <a:cubicBezTo>
                    <a:pt x="0" y="3548"/>
                    <a:pt x="1672" y="22514"/>
                    <a:pt x="1672" y="22514"/>
                  </a:cubicBezTo>
                  <a:cubicBezTo>
                    <a:pt x="1672" y="22514"/>
                    <a:pt x="4865" y="23530"/>
                    <a:pt x="9770" y="23530"/>
                  </a:cubicBezTo>
                  <a:cubicBezTo>
                    <a:pt x="11600" y="23530"/>
                    <a:pt x="13668" y="23389"/>
                    <a:pt x="15897" y="23001"/>
                  </a:cubicBezTo>
                  <a:cubicBezTo>
                    <a:pt x="15897" y="23001"/>
                    <a:pt x="17691" y="3882"/>
                    <a:pt x="17539" y="2575"/>
                  </a:cubicBezTo>
                  <a:cubicBezTo>
                    <a:pt x="17387" y="1238"/>
                    <a:pt x="16323" y="417"/>
                    <a:pt x="14499" y="83"/>
                  </a:cubicBezTo>
                  <a:cubicBezTo>
                    <a:pt x="14148" y="24"/>
                    <a:pt x="13537" y="0"/>
                    <a:pt x="127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0"/>
            <p:cNvSpPr/>
            <p:nvPr/>
          </p:nvSpPr>
          <p:spPr>
            <a:xfrm>
              <a:off x="2700981" y="1417585"/>
              <a:ext cx="256369" cy="310824"/>
            </a:xfrm>
            <a:custGeom>
              <a:avLst/>
              <a:gdLst/>
              <a:ahLst/>
              <a:cxnLst/>
              <a:rect l="l" t="t" r="r" b="b"/>
              <a:pathLst>
                <a:path w="5593" h="6781" extrusionOk="0">
                  <a:moveTo>
                    <a:pt x="2829" y="0"/>
                  </a:moveTo>
                  <a:cubicBezTo>
                    <a:pt x="1929" y="0"/>
                    <a:pt x="854" y="256"/>
                    <a:pt x="517" y="1030"/>
                  </a:cubicBezTo>
                  <a:cubicBezTo>
                    <a:pt x="0" y="2215"/>
                    <a:pt x="243" y="4160"/>
                    <a:pt x="1246" y="5346"/>
                  </a:cubicBezTo>
                  <a:cubicBezTo>
                    <a:pt x="1995" y="6183"/>
                    <a:pt x="3318" y="6780"/>
                    <a:pt x="4186" y="6780"/>
                  </a:cubicBezTo>
                  <a:cubicBezTo>
                    <a:pt x="4517" y="6780"/>
                    <a:pt x="4782" y="6694"/>
                    <a:pt x="4924" y="6501"/>
                  </a:cubicBezTo>
                  <a:cubicBezTo>
                    <a:pt x="5593" y="4951"/>
                    <a:pt x="5198" y="1942"/>
                    <a:pt x="5198" y="1942"/>
                  </a:cubicBezTo>
                  <a:cubicBezTo>
                    <a:pt x="5167" y="1455"/>
                    <a:pt x="4681" y="452"/>
                    <a:pt x="3982" y="179"/>
                  </a:cubicBezTo>
                  <a:cubicBezTo>
                    <a:pt x="3739" y="73"/>
                    <a:pt x="3309" y="0"/>
                    <a:pt x="2829" y="0"/>
                  </a:cubicBez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0"/>
            <p:cNvSpPr/>
            <p:nvPr/>
          </p:nvSpPr>
          <p:spPr>
            <a:xfrm>
              <a:off x="2684250" y="1587367"/>
              <a:ext cx="156077" cy="276308"/>
            </a:xfrm>
            <a:custGeom>
              <a:avLst/>
              <a:gdLst/>
              <a:ahLst/>
              <a:cxnLst/>
              <a:rect l="l" t="t" r="r" b="b"/>
              <a:pathLst>
                <a:path w="3405" h="6028" extrusionOk="0">
                  <a:moveTo>
                    <a:pt x="1186" y="0"/>
                  </a:moveTo>
                  <a:lnTo>
                    <a:pt x="0" y="3344"/>
                  </a:lnTo>
                  <a:cubicBezTo>
                    <a:pt x="0" y="3344"/>
                    <a:pt x="395" y="4317"/>
                    <a:pt x="912" y="5107"/>
                  </a:cubicBezTo>
                  <a:cubicBezTo>
                    <a:pt x="1151" y="5452"/>
                    <a:pt x="1390" y="6028"/>
                    <a:pt x="1669" y="6028"/>
                  </a:cubicBezTo>
                  <a:cubicBezTo>
                    <a:pt x="1709" y="6028"/>
                    <a:pt x="1751" y="6016"/>
                    <a:pt x="1794" y="5988"/>
                  </a:cubicBezTo>
                  <a:cubicBezTo>
                    <a:pt x="3070" y="5198"/>
                    <a:pt x="3161" y="4742"/>
                    <a:pt x="3161" y="4742"/>
                  </a:cubicBezTo>
                  <a:lnTo>
                    <a:pt x="3405" y="2645"/>
                  </a:lnTo>
                  <a:lnTo>
                    <a:pt x="1186" y="0"/>
                  </a:lnTo>
                  <a:close/>
                </a:path>
              </a:pathLst>
            </a:cu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0"/>
            <p:cNvSpPr/>
            <p:nvPr/>
          </p:nvSpPr>
          <p:spPr>
            <a:xfrm>
              <a:off x="2798477" y="1750365"/>
              <a:ext cx="1072873" cy="576223"/>
            </a:xfrm>
            <a:custGeom>
              <a:avLst/>
              <a:gdLst/>
              <a:ahLst/>
              <a:cxnLst/>
              <a:rect l="l" t="t" r="r" b="b"/>
              <a:pathLst>
                <a:path w="23406" h="12571" extrusionOk="0">
                  <a:moveTo>
                    <a:pt x="4287" y="1"/>
                  </a:moveTo>
                  <a:cubicBezTo>
                    <a:pt x="1" y="2068"/>
                    <a:pt x="2706" y="5928"/>
                    <a:pt x="2706" y="5928"/>
                  </a:cubicBezTo>
                  <a:cubicBezTo>
                    <a:pt x="2706" y="5928"/>
                    <a:pt x="10672" y="12570"/>
                    <a:pt x="13496" y="12570"/>
                  </a:cubicBezTo>
                  <a:cubicBezTo>
                    <a:pt x="13668" y="12570"/>
                    <a:pt x="13821" y="12546"/>
                    <a:pt x="13952" y="12493"/>
                  </a:cubicBezTo>
                  <a:cubicBezTo>
                    <a:pt x="16232" y="11551"/>
                    <a:pt x="23405" y="4378"/>
                    <a:pt x="23405" y="4378"/>
                  </a:cubicBezTo>
                  <a:lnTo>
                    <a:pt x="21642" y="2098"/>
                  </a:lnTo>
                  <a:cubicBezTo>
                    <a:pt x="20396" y="2706"/>
                    <a:pt x="13436" y="7296"/>
                    <a:pt x="13436" y="7296"/>
                  </a:cubicBezTo>
                  <a:cubicBezTo>
                    <a:pt x="13436" y="7296"/>
                    <a:pt x="8542" y="1885"/>
                    <a:pt x="7508" y="1034"/>
                  </a:cubicBezTo>
                  <a:cubicBezTo>
                    <a:pt x="6475" y="214"/>
                    <a:pt x="4287" y="1"/>
                    <a:pt x="4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0"/>
            <p:cNvSpPr/>
            <p:nvPr/>
          </p:nvSpPr>
          <p:spPr>
            <a:xfrm>
              <a:off x="3385059" y="2112619"/>
              <a:ext cx="29290" cy="133800"/>
            </a:xfrm>
            <a:custGeom>
              <a:avLst/>
              <a:gdLst/>
              <a:ahLst/>
              <a:cxnLst/>
              <a:rect l="l" t="t" r="r" b="b"/>
              <a:pathLst>
                <a:path w="639" h="2919" fill="none" extrusionOk="0">
                  <a:moveTo>
                    <a:pt x="639" y="1"/>
                  </a:moveTo>
                  <a:cubicBezTo>
                    <a:pt x="639" y="1"/>
                    <a:pt x="0" y="943"/>
                    <a:pt x="335" y="2919"/>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0"/>
            <p:cNvSpPr/>
            <p:nvPr/>
          </p:nvSpPr>
          <p:spPr>
            <a:xfrm>
              <a:off x="3729207" y="1845111"/>
              <a:ext cx="142142" cy="157498"/>
            </a:xfrm>
            <a:custGeom>
              <a:avLst/>
              <a:gdLst/>
              <a:ahLst/>
              <a:cxnLst/>
              <a:rect l="l" t="t" r="r" b="b"/>
              <a:pathLst>
                <a:path w="3101" h="3436" fill="none" extrusionOk="0">
                  <a:moveTo>
                    <a:pt x="1337" y="1"/>
                  </a:moveTo>
                  <a:lnTo>
                    <a:pt x="3100" y="2311"/>
                  </a:lnTo>
                  <a:lnTo>
                    <a:pt x="2067" y="3435"/>
                  </a:lnTo>
                  <a:lnTo>
                    <a:pt x="0" y="426"/>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0"/>
            <p:cNvSpPr/>
            <p:nvPr/>
          </p:nvSpPr>
          <p:spPr>
            <a:xfrm>
              <a:off x="3132861" y="1985833"/>
              <a:ext cx="7013" cy="197880"/>
            </a:xfrm>
            <a:custGeom>
              <a:avLst/>
              <a:gdLst/>
              <a:ahLst/>
              <a:cxnLst/>
              <a:rect l="l" t="t" r="r" b="b"/>
              <a:pathLst>
                <a:path w="153" h="4317" fill="none" extrusionOk="0">
                  <a:moveTo>
                    <a:pt x="153" y="1"/>
                  </a:moveTo>
                  <a:lnTo>
                    <a:pt x="1" y="4317"/>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0"/>
            <p:cNvSpPr/>
            <p:nvPr/>
          </p:nvSpPr>
          <p:spPr>
            <a:xfrm>
              <a:off x="3921450" y="1705811"/>
              <a:ext cx="105930" cy="147734"/>
            </a:xfrm>
            <a:custGeom>
              <a:avLst/>
              <a:gdLst/>
              <a:ahLst/>
              <a:cxnLst/>
              <a:rect l="l" t="t" r="r" b="b"/>
              <a:pathLst>
                <a:path w="2311" h="3223" fill="none" extrusionOk="0">
                  <a:moveTo>
                    <a:pt x="2311" y="0"/>
                  </a:moveTo>
                  <a:cubicBezTo>
                    <a:pt x="2311" y="0"/>
                    <a:pt x="2098" y="1064"/>
                    <a:pt x="973" y="1520"/>
                  </a:cubicBezTo>
                  <a:cubicBezTo>
                    <a:pt x="973" y="1520"/>
                    <a:pt x="943" y="2736"/>
                    <a:pt x="1" y="3222"/>
                  </a:cubicBez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0"/>
            <p:cNvSpPr/>
            <p:nvPr/>
          </p:nvSpPr>
          <p:spPr>
            <a:xfrm>
              <a:off x="4000886" y="1757333"/>
              <a:ext cx="182571" cy="79482"/>
            </a:xfrm>
            <a:custGeom>
              <a:avLst/>
              <a:gdLst/>
              <a:ahLst/>
              <a:cxnLst/>
              <a:rect l="l" t="t" r="r" b="b"/>
              <a:pathLst>
                <a:path w="3983" h="1734" fill="none" extrusionOk="0">
                  <a:moveTo>
                    <a:pt x="3982" y="1"/>
                  </a:moveTo>
                  <a:lnTo>
                    <a:pt x="3830" y="852"/>
                  </a:lnTo>
                  <a:lnTo>
                    <a:pt x="0" y="1733"/>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0"/>
            <p:cNvSpPr/>
            <p:nvPr/>
          </p:nvSpPr>
          <p:spPr>
            <a:xfrm>
              <a:off x="3977188" y="1821413"/>
              <a:ext cx="91996" cy="52988"/>
            </a:xfrm>
            <a:custGeom>
              <a:avLst/>
              <a:gdLst/>
              <a:ahLst/>
              <a:cxnLst/>
              <a:rect l="l" t="t" r="r" b="b"/>
              <a:pathLst>
                <a:path w="2007" h="1156" fill="none" extrusionOk="0">
                  <a:moveTo>
                    <a:pt x="2007" y="1"/>
                  </a:moveTo>
                  <a:lnTo>
                    <a:pt x="1642" y="852"/>
                  </a:lnTo>
                  <a:lnTo>
                    <a:pt x="0" y="1156"/>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0"/>
            <p:cNvSpPr/>
            <p:nvPr/>
          </p:nvSpPr>
          <p:spPr>
            <a:xfrm>
              <a:off x="3974392" y="1895258"/>
              <a:ext cx="61376" cy="9809"/>
            </a:xfrm>
            <a:custGeom>
              <a:avLst/>
              <a:gdLst/>
              <a:ahLst/>
              <a:cxnLst/>
              <a:rect l="l" t="t" r="r" b="b"/>
              <a:pathLst>
                <a:path w="1339" h="214" fill="none" extrusionOk="0">
                  <a:moveTo>
                    <a:pt x="1" y="214"/>
                  </a:moveTo>
                  <a:lnTo>
                    <a:pt x="1338" y="1"/>
                  </a:lnTo>
                </a:path>
              </a:pathLst>
            </a:custGeom>
            <a:noFill/>
            <a:ln w="76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0"/>
            <p:cNvSpPr/>
            <p:nvPr/>
          </p:nvSpPr>
          <p:spPr>
            <a:xfrm>
              <a:off x="2634104" y="1737852"/>
              <a:ext cx="124036" cy="186742"/>
            </a:xfrm>
            <a:custGeom>
              <a:avLst/>
              <a:gdLst/>
              <a:ahLst/>
              <a:cxnLst/>
              <a:rect l="l" t="t" r="r" b="b"/>
              <a:pathLst>
                <a:path w="2706" h="4074" fill="none" extrusionOk="0">
                  <a:moveTo>
                    <a:pt x="1094" y="0"/>
                  </a:moveTo>
                  <a:cubicBezTo>
                    <a:pt x="1094" y="0"/>
                    <a:pt x="1672" y="1946"/>
                    <a:pt x="2705" y="2675"/>
                  </a:cubicBezTo>
                  <a:lnTo>
                    <a:pt x="669" y="4073"/>
                  </a:lnTo>
                  <a:lnTo>
                    <a:pt x="0" y="639"/>
                  </a:lnTo>
                  <a:close/>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0"/>
            <p:cNvSpPr/>
            <p:nvPr/>
          </p:nvSpPr>
          <p:spPr>
            <a:xfrm>
              <a:off x="2766436" y="1746194"/>
              <a:ext cx="101759" cy="181196"/>
            </a:xfrm>
            <a:custGeom>
              <a:avLst/>
              <a:gdLst/>
              <a:ahLst/>
              <a:cxnLst/>
              <a:rect l="l" t="t" r="r" b="b"/>
              <a:pathLst>
                <a:path w="2220" h="3953" fill="none" extrusionOk="0">
                  <a:moveTo>
                    <a:pt x="1581" y="1"/>
                  </a:moveTo>
                  <a:cubicBezTo>
                    <a:pt x="1581" y="1"/>
                    <a:pt x="1703" y="1885"/>
                    <a:pt x="1" y="2523"/>
                  </a:cubicBezTo>
                  <a:lnTo>
                    <a:pt x="1581" y="3952"/>
                  </a:lnTo>
                  <a:lnTo>
                    <a:pt x="2220" y="669"/>
                  </a:lnTo>
                  <a:close/>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0"/>
            <p:cNvSpPr/>
            <p:nvPr/>
          </p:nvSpPr>
          <p:spPr>
            <a:xfrm>
              <a:off x="2539357" y="2097309"/>
              <a:ext cx="504396" cy="324667"/>
            </a:xfrm>
            <a:custGeom>
              <a:avLst/>
              <a:gdLst/>
              <a:ahLst/>
              <a:cxnLst/>
              <a:rect l="l" t="t" r="r" b="b"/>
              <a:pathLst>
                <a:path w="11004" h="7083" fill="none" extrusionOk="0">
                  <a:moveTo>
                    <a:pt x="0" y="0"/>
                  </a:moveTo>
                  <a:cubicBezTo>
                    <a:pt x="0" y="0"/>
                    <a:pt x="5137" y="6626"/>
                    <a:pt x="11003" y="7082"/>
                  </a:cubicBez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0"/>
            <p:cNvSpPr/>
            <p:nvPr/>
          </p:nvSpPr>
          <p:spPr>
            <a:xfrm>
              <a:off x="2517035" y="2697781"/>
              <a:ext cx="490507" cy="72515"/>
            </a:xfrm>
            <a:custGeom>
              <a:avLst/>
              <a:gdLst/>
              <a:ahLst/>
              <a:cxnLst/>
              <a:rect l="l" t="t" r="r" b="b"/>
              <a:pathLst>
                <a:path w="10701" h="1582" fill="none" extrusionOk="0">
                  <a:moveTo>
                    <a:pt x="1" y="1"/>
                  </a:moveTo>
                  <a:cubicBezTo>
                    <a:pt x="1" y="1"/>
                    <a:pt x="6961" y="1581"/>
                    <a:pt x="10700" y="943"/>
                  </a:cubicBez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0"/>
            <p:cNvSpPr/>
            <p:nvPr/>
          </p:nvSpPr>
          <p:spPr>
            <a:xfrm>
              <a:off x="2210519" y="2266221"/>
              <a:ext cx="192334" cy="625269"/>
            </a:xfrm>
            <a:custGeom>
              <a:avLst/>
              <a:gdLst/>
              <a:ahLst/>
              <a:cxnLst/>
              <a:rect l="l" t="t" r="r" b="b"/>
              <a:pathLst>
                <a:path w="4196" h="13641" extrusionOk="0">
                  <a:moveTo>
                    <a:pt x="2128" y="1"/>
                  </a:moveTo>
                  <a:cubicBezTo>
                    <a:pt x="1126" y="1"/>
                    <a:pt x="181" y="790"/>
                    <a:pt x="92" y="1908"/>
                  </a:cubicBezTo>
                  <a:cubicBezTo>
                    <a:pt x="31" y="2455"/>
                    <a:pt x="1" y="3093"/>
                    <a:pt x="1" y="3580"/>
                  </a:cubicBezTo>
                  <a:cubicBezTo>
                    <a:pt x="1" y="4674"/>
                    <a:pt x="396" y="13641"/>
                    <a:pt x="396" y="13641"/>
                  </a:cubicBezTo>
                  <a:lnTo>
                    <a:pt x="3040" y="13641"/>
                  </a:lnTo>
                  <a:cubicBezTo>
                    <a:pt x="3040" y="13641"/>
                    <a:pt x="4195" y="3337"/>
                    <a:pt x="4043" y="1786"/>
                  </a:cubicBezTo>
                  <a:cubicBezTo>
                    <a:pt x="3983" y="1148"/>
                    <a:pt x="3648" y="662"/>
                    <a:pt x="3192" y="327"/>
                  </a:cubicBezTo>
                  <a:cubicBezTo>
                    <a:pt x="2855" y="103"/>
                    <a:pt x="2488" y="1"/>
                    <a:pt x="2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0"/>
            <p:cNvSpPr/>
            <p:nvPr/>
          </p:nvSpPr>
          <p:spPr>
            <a:xfrm>
              <a:off x="2252323" y="2272867"/>
              <a:ext cx="132425" cy="43225"/>
            </a:xfrm>
            <a:custGeom>
              <a:avLst/>
              <a:gdLst/>
              <a:ahLst/>
              <a:cxnLst/>
              <a:rect l="l" t="t" r="r" b="b"/>
              <a:pathLst>
                <a:path w="2889" h="943" fill="none" extrusionOk="0">
                  <a:moveTo>
                    <a:pt x="1" y="547"/>
                  </a:moveTo>
                  <a:cubicBezTo>
                    <a:pt x="1" y="547"/>
                    <a:pt x="1490" y="0"/>
                    <a:pt x="2888" y="942"/>
                  </a:cubicBez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0"/>
            <p:cNvSpPr/>
            <p:nvPr/>
          </p:nvSpPr>
          <p:spPr>
            <a:xfrm>
              <a:off x="2395840" y="1944029"/>
              <a:ext cx="13980" cy="299594"/>
            </a:xfrm>
            <a:custGeom>
              <a:avLst/>
              <a:gdLst/>
              <a:ahLst/>
              <a:cxnLst/>
              <a:rect l="l" t="t" r="r" b="b"/>
              <a:pathLst>
                <a:path w="305" h="6536" fill="none" extrusionOk="0">
                  <a:moveTo>
                    <a:pt x="304" y="1"/>
                  </a:moveTo>
                  <a:cubicBezTo>
                    <a:pt x="304" y="1"/>
                    <a:pt x="92" y="4043"/>
                    <a:pt x="0" y="6536"/>
                  </a:cubicBez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0"/>
            <p:cNvSpPr/>
            <p:nvPr/>
          </p:nvSpPr>
          <p:spPr>
            <a:xfrm>
              <a:off x="2228625" y="2842673"/>
              <a:ext cx="133800" cy="48817"/>
            </a:xfrm>
            <a:custGeom>
              <a:avLst/>
              <a:gdLst/>
              <a:ahLst/>
              <a:cxnLst/>
              <a:rect l="l" t="t" r="r" b="b"/>
              <a:pathLst>
                <a:path w="2919" h="1065" fill="none" extrusionOk="0">
                  <a:moveTo>
                    <a:pt x="1" y="1065"/>
                  </a:moveTo>
                  <a:lnTo>
                    <a:pt x="2645" y="1065"/>
                  </a:lnTo>
                  <a:lnTo>
                    <a:pt x="2919" y="1"/>
                  </a:lnTo>
                  <a:lnTo>
                    <a:pt x="639" y="92"/>
                  </a:ln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0"/>
            <p:cNvSpPr/>
            <p:nvPr/>
          </p:nvSpPr>
          <p:spPr>
            <a:xfrm>
              <a:off x="2666144" y="1404430"/>
              <a:ext cx="298173" cy="241518"/>
            </a:xfrm>
            <a:custGeom>
              <a:avLst/>
              <a:gdLst/>
              <a:ahLst/>
              <a:cxnLst/>
              <a:rect l="l" t="t" r="r" b="b"/>
              <a:pathLst>
                <a:path w="6505" h="5269" extrusionOk="0">
                  <a:moveTo>
                    <a:pt x="3941" y="1"/>
                  </a:moveTo>
                  <a:cubicBezTo>
                    <a:pt x="2704" y="1"/>
                    <a:pt x="1520" y="496"/>
                    <a:pt x="1520" y="496"/>
                  </a:cubicBezTo>
                  <a:lnTo>
                    <a:pt x="1520" y="709"/>
                  </a:lnTo>
                  <a:cubicBezTo>
                    <a:pt x="1520" y="709"/>
                    <a:pt x="730" y="739"/>
                    <a:pt x="365" y="1590"/>
                  </a:cubicBezTo>
                  <a:cubicBezTo>
                    <a:pt x="0" y="2411"/>
                    <a:pt x="942" y="4265"/>
                    <a:pt x="942" y="4265"/>
                  </a:cubicBezTo>
                  <a:lnTo>
                    <a:pt x="1094" y="5268"/>
                  </a:lnTo>
                  <a:lnTo>
                    <a:pt x="1854" y="4873"/>
                  </a:lnTo>
                  <a:cubicBezTo>
                    <a:pt x="1854" y="4873"/>
                    <a:pt x="1945" y="4630"/>
                    <a:pt x="1763" y="4235"/>
                  </a:cubicBezTo>
                  <a:cubicBezTo>
                    <a:pt x="1611" y="3809"/>
                    <a:pt x="1976" y="3475"/>
                    <a:pt x="1976" y="3475"/>
                  </a:cubicBezTo>
                  <a:lnTo>
                    <a:pt x="2553" y="4143"/>
                  </a:lnTo>
                  <a:lnTo>
                    <a:pt x="2827" y="4022"/>
                  </a:lnTo>
                  <a:lnTo>
                    <a:pt x="2553" y="3080"/>
                  </a:lnTo>
                  <a:lnTo>
                    <a:pt x="2553" y="3080"/>
                  </a:lnTo>
                  <a:cubicBezTo>
                    <a:pt x="2553" y="3080"/>
                    <a:pt x="2572" y="3080"/>
                    <a:pt x="2607" y="3080"/>
                  </a:cubicBezTo>
                  <a:cubicBezTo>
                    <a:pt x="2781" y="3080"/>
                    <a:pt x="3364" y="3059"/>
                    <a:pt x="4073" y="2806"/>
                  </a:cubicBezTo>
                  <a:cubicBezTo>
                    <a:pt x="5988" y="2198"/>
                    <a:pt x="6505" y="1317"/>
                    <a:pt x="5654" y="466"/>
                  </a:cubicBezTo>
                  <a:cubicBezTo>
                    <a:pt x="5157" y="118"/>
                    <a:pt x="4542" y="1"/>
                    <a:pt x="3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0"/>
            <p:cNvSpPr/>
            <p:nvPr/>
          </p:nvSpPr>
          <p:spPr>
            <a:xfrm>
              <a:off x="2778996" y="1651448"/>
              <a:ext cx="55784" cy="64127"/>
            </a:xfrm>
            <a:custGeom>
              <a:avLst/>
              <a:gdLst/>
              <a:ahLst/>
              <a:cxnLst/>
              <a:rect l="l" t="t" r="r" b="b"/>
              <a:pathLst>
                <a:path w="1217" h="1399" fill="none" extrusionOk="0">
                  <a:moveTo>
                    <a:pt x="0" y="1"/>
                  </a:moveTo>
                  <a:cubicBezTo>
                    <a:pt x="0" y="1"/>
                    <a:pt x="61" y="669"/>
                    <a:pt x="1216" y="1399"/>
                  </a:cubicBezTo>
                </a:path>
              </a:pathLst>
            </a:custGeom>
            <a:noFill/>
            <a:ln w="76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1" name="Google Shape;781;p30"/>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dirty="0">
                <a:latin typeface="Arial" panose="020B0604020202020204" pitchFamily="34" charset="0"/>
                <a:cs typeface="Arial" panose="020B0604020202020204" pitchFamily="34" charset="0"/>
              </a:rPr>
              <a:t>محتويات الشرح</a:t>
            </a:r>
            <a:endParaRPr dirty="0">
              <a:latin typeface="Arial" panose="020B0604020202020204" pitchFamily="34" charset="0"/>
              <a:cs typeface="Arial" panose="020B0604020202020204" pitchFamily="34" charset="0"/>
            </a:endParaRPr>
          </a:p>
        </p:txBody>
      </p:sp>
      <p:sp>
        <p:nvSpPr>
          <p:cNvPr id="782" name="Google Shape;782;p30"/>
          <p:cNvSpPr txBox="1">
            <a:spLocks noGrp="1"/>
          </p:cNvSpPr>
          <p:nvPr>
            <p:ph type="title" idx="2"/>
          </p:nvPr>
        </p:nvSpPr>
        <p:spPr>
          <a:xfrm>
            <a:off x="4813439" y="1218883"/>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783" name="Google Shape;783;p30"/>
          <p:cNvSpPr txBox="1">
            <a:spLocks noGrp="1"/>
          </p:cNvSpPr>
          <p:nvPr>
            <p:ph type="title" idx="3"/>
          </p:nvPr>
        </p:nvSpPr>
        <p:spPr>
          <a:xfrm>
            <a:off x="4813439" y="2821128"/>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784" name="Google Shape;784;p30"/>
          <p:cNvSpPr txBox="1">
            <a:spLocks noGrp="1"/>
          </p:cNvSpPr>
          <p:nvPr>
            <p:ph type="title" idx="4"/>
          </p:nvPr>
        </p:nvSpPr>
        <p:spPr>
          <a:xfrm>
            <a:off x="4813439" y="1752965"/>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785" name="Google Shape;785;p30"/>
          <p:cNvSpPr txBox="1">
            <a:spLocks noGrp="1"/>
          </p:cNvSpPr>
          <p:nvPr>
            <p:ph type="title" idx="5"/>
          </p:nvPr>
        </p:nvSpPr>
        <p:spPr>
          <a:xfrm>
            <a:off x="4813439" y="3355210"/>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786" name="Google Shape;786;p30"/>
          <p:cNvSpPr txBox="1">
            <a:spLocks noGrp="1"/>
          </p:cNvSpPr>
          <p:nvPr>
            <p:ph type="title" idx="6"/>
          </p:nvPr>
        </p:nvSpPr>
        <p:spPr>
          <a:xfrm>
            <a:off x="4813439" y="2287046"/>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787" name="Google Shape;787;p30"/>
          <p:cNvSpPr txBox="1">
            <a:spLocks noGrp="1"/>
          </p:cNvSpPr>
          <p:nvPr>
            <p:ph type="title" idx="7"/>
          </p:nvPr>
        </p:nvSpPr>
        <p:spPr>
          <a:xfrm>
            <a:off x="4813439" y="3889291"/>
            <a:ext cx="7347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788" name="Google Shape;788;p30"/>
          <p:cNvSpPr txBox="1">
            <a:spLocks noGrp="1"/>
          </p:cNvSpPr>
          <p:nvPr>
            <p:ph type="subTitle" idx="1"/>
          </p:nvPr>
        </p:nvSpPr>
        <p:spPr>
          <a:xfrm>
            <a:off x="5548139" y="1218875"/>
            <a:ext cx="2305500" cy="457200"/>
          </a:xfrm>
          <a:prstGeom prst="rect">
            <a:avLst/>
          </a:prstGeom>
        </p:spPr>
        <p:txBody>
          <a:bodyPr spcFirstLastPara="1" wrap="square" lIns="91425" tIns="91425" rIns="91425" bIns="91425" anchor="b" anchorCtr="0">
            <a:noAutofit/>
          </a:bodyPr>
          <a:lstStyle/>
          <a:p>
            <a:pPr marL="0" lvl="0" indent="0"/>
            <a:r>
              <a:rPr lang="ar-PS" sz="2400" dirty="0">
                <a:latin typeface="Kanit Medium" panose="020B0604020202020204" charset="-34"/>
                <a:cs typeface="+mn-cs"/>
              </a:rPr>
              <a:t>المشكلة</a:t>
            </a:r>
            <a:endParaRPr sz="2400" dirty="0">
              <a:latin typeface="Kanit Medium" panose="020B0604020202020204" charset="-34"/>
              <a:cs typeface="+mn-cs"/>
            </a:endParaRPr>
          </a:p>
        </p:txBody>
      </p:sp>
      <p:sp>
        <p:nvSpPr>
          <p:cNvPr id="789" name="Google Shape;789;p30"/>
          <p:cNvSpPr txBox="1">
            <a:spLocks noGrp="1"/>
          </p:cNvSpPr>
          <p:nvPr>
            <p:ph type="subTitle" idx="8"/>
          </p:nvPr>
        </p:nvSpPr>
        <p:spPr>
          <a:xfrm>
            <a:off x="5548139" y="1752960"/>
            <a:ext cx="2305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ar-SA" sz="2400" dirty="0">
                <a:cs typeface="+mn-cs"/>
              </a:rPr>
              <a:t>الحل</a:t>
            </a:r>
            <a:endParaRPr sz="2400" dirty="0">
              <a:cs typeface="+mn-cs"/>
            </a:endParaRPr>
          </a:p>
        </p:txBody>
      </p:sp>
      <p:sp>
        <p:nvSpPr>
          <p:cNvPr id="790" name="Google Shape;790;p30"/>
          <p:cNvSpPr txBox="1">
            <a:spLocks noGrp="1"/>
          </p:cNvSpPr>
          <p:nvPr>
            <p:ph type="subTitle" idx="9"/>
          </p:nvPr>
        </p:nvSpPr>
        <p:spPr>
          <a:xfrm>
            <a:off x="5548139" y="2287045"/>
            <a:ext cx="2305500" cy="457200"/>
          </a:xfrm>
          <a:prstGeom prst="rect">
            <a:avLst/>
          </a:prstGeom>
        </p:spPr>
        <p:txBody>
          <a:bodyPr spcFirstLastPara="1" wrap="square" lIns="91425" tIns="91425" rIns="91425" bIns="91425" anchor="b" anchorCtr="0">
            <a:noAutofit/>
          </a:bodyPr>
          <a:lstStyle/>
          <a:p>
            <a:pPr marL="0" lvl="0" indent="0"/>
            <a:r>
              <a:rPr lang="ar-PS" sz="2400" dirty="0">
                <a:cs typeface="+mn-cs"/>
              </a:rPr>
              <a:t>كيف تعمل تمكين؟</a:t>
            </a:r>
            <a:endParaRPr sz="2400" dirty="0">
              <a:cs typeface="+mn-cs"/>
            </a:endParaRPr>
          </a:p>
        </p:txBody>
      </p:sp>
      <p:sp>
        <p:nvSpPr>
          <p:cNvPr id="791" name="Google Shape;791;p30"/>
          <p:cNvSpPr txBox="1">
            <a:spLocks noGrp="1"/>
          </p:cNvSpPr>
          <p:nvPr>
            <p:ph type="subTitle" idx="13"/>
          </p:nvPr>
        </p:nvSpPr>
        <p:spPr>
          <a:xfrm>
            <a:off x="5548139" y="2821130"/>
            <a:ext cx="2305500" cy="457200"/>
          </a:xfrm>
          <a:prstGeom prst="rect">
            <a:avLst/>
          </a:prstGeom>
        </p:spPr>
        <p:txBody>
          <a:bodyPr spcFirstLastPara="1" wrap="square" lIns="91425" tIns="91425" rIns="91425" bIns="91425" anchor="b" anchorCtr="0">
            <a:noAutofit/>
          </a:bodyPr>
          <a:lstStyle/>
          <a:p>
            <a:pPr marL="0" lvl="0" indent="0"/>
            <a:r>
              <a:rPr lang="ar-PS" sz="2400" dirty="0">
                <a:cs typeface="+mj-cs"/>
              </a:rPr>
              <a:t>من نخدم؟</a:t>
            </a:r>
            <a:endParaRPr sz="2400" dirty="0">
              <a:cs typeface="+mj-cs"/>
            </a:endParaRPr>
          </a:p>
        </p:txBody>
      </p:sp>
      <p:sp>
        <p:nvSpPr>
          <p:cNvPr id="792" name="Google Shape;792;p30"/>
          <p:cNvSpPr txBox="1">
            <a:spLocks noGrp="1"/>
          </p:cNvSpPr>
          <p:nvPr>
            <p:ph type="subTitle" idx="14"/>
          </p:nvPr>
        </p:nvSpPr>
        <p:spPr>
          <a:xfrm>
            <a:off x="5548138" y="3355215"/>
            <a:ext cx="2621149" cy="457200"/>
          </a:xfrm>
          <a:prstGeom prst="rect">
            <a:avLst/>
          </a:prstGeom>
        </p:spPr>
        <p:txBody>
          <a:bodyPr spcFirstLastPara="1" wrap="square" lIns="91425" tIns="91425" rIns="91425" bIns="91425" anchor="b" anchorCtr="0">
            <a:noAutofit/>
          </a:bodyPr>
          <a:lstStyle/>
          <a:p>
            <a:pPr marL="0" lvl="0" indent="0"/>
            <a:r>
              <a:rPr lang="ar-PS" sz="2400" dirty="0">
                <a:cs typeface="+mn-cs"/>
              </a:rPr>
              <a:t>القيمة التي تقدمها تمكين</a:t>
            </a:r>
            <a:endParaRPr sz="2400" dirty="0">
              <a:cs typeface="+mn-cs"/>
            </a:endParaRPr>
          </a:p>
        </p:txBody>
      </p:sp>
      <p:sp>
        <p:nvSpPr>
          <p:cNvPr id="793" name="Google Shape;793;p30"/>
          <p:cNvSpPr txBox="1">
            <a:spLocks noGrp="1"/>
          </p:cNvSpPr>
          <p:nvPr>
            <p:ph type="subTitle" idx="15"/>
          </p:nvPr>
        </p:nvSpPr>
        <p:spPr>
          <a:xfrm>
            <a:off x="5548139" y="3889300"/>
            <a:ext cx="2305500" cy="457200"/>
          </a:xfrm>
          <a:prstGeom prst="rect">
            <a:avLst/>
          </a:prstGeom>
        </p:spPr>
        <p:txBody>
          <a:bodyPr spcFirstLastPara="1" wrap="square" lIns="91425" tIns="91425" rIns="91425" bIns="91425" anchor="b" anchorCtr="0">
            <a:noAutofit/>
          </a:bodyPr>
          <a:lstStyle/>
          <a:p>
            <a:pPr marL="0" indent="0"/>
            <a:r>
              <a:rPr lang="ar-PS" sz="2400" dirty="0"/>
              <a:t>رؤيتنا</a:t>
            </a:r>
            <a:endParaRPr lang="ar-SA" sz="2400" dirty="0"/>
          </a:p>
        </p:txBody>
      </p:sp>
      <p:grpSp>
        <p:nvGrpSpPr>
          <p:cNvPr id="794" name="Google Shape;794;p30"/>
          <p:cNvGrpSpPr/>
          <p:nvPr/>
        </p:nvGrpSpPr>
        <p:grpSpPr>
          <a:xfrm>
            <a:off x="8033100" y="4057388"/>
            <a:ext cx="390900" cy="286025"/>
            <a:chOff x="719994" y="4310738"/>
            <a:chExt cx="390900" cy="286025"/>
          </a:xfrm>
        </p:grpSpPr>
        <p:sp>
          <p:nvSpPr>
            <p:cNvPr id="795" name="Google Shape;795;p30"/>
            <p:cNvSpPr/>
            <p:nvPr/>
          </p:nvSpPr>
          <p:spPr>
            <a:xfrm rot="5400000">
              <a:off x="10250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0"/>
            <p:cNvSpPr/>
            <p:nvPr/>
          </p:nvSpPr>
          <p:spPr>
            <a:xfrm rot="5400000">
              <a:off x="10250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0"/>
            <p:cNvSpPr/>
            <p:nvPr/>
          </p:nvSpPr>
          <p:spPr>
            <a:xfrm rot="5400000">
              <a:off x="87254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0"/>
            <p:cNvSpPr/>
            <p:nvPr/>
          </p:nvSpPr>
          <p:spPr>
            <a:xfrm rot="5400000">
              <a:off x="87254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0"/>
            <p:cNvSpPr/>
            <p:nvPr/>
          </p:nvSpPr>
          <p:spPr>
            <a:xfrm rot="5400000">
              <a:off x="719994" y="4310738"/>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0"/>
            <p:cNvSpPr/>
            <p:nvPr/>
          </p:nvSpPr>
          <p:spPr>
            <a:xfrm rot="5400000">
              <a:off x="719994" y="4510963"/>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 name="Google Shape;801;p30"/>
          <p:cNvGrpSpPr/>
          <p:nvPr/>
        </p:nvGrpSpPr>
        <p:grpSpPr>
          <a:xfrm rot="10800000">
            <a:off x="715106" y="1480625"/>
            <a:ext cx="286025" cy="1306200"/>
            <a:chOff x="978925" y="1314225"/>
            <a:chExt cx="286025" cy="1306200"/>
          </a:xfrm>
        </p:grpSpPr>
        <p:sp>
          <p:nvSpPr>
            <p:cNvPr id="802" name="Google Shape;802;p30"/>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0"/>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0"/>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0"/>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0"/>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0"/>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0"/>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0"/>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0"/>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0"/>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0"/>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0"/>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0"/>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0"/>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0"/>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0"/>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33"/>
          <p:cNvSpPr txBox="1">
            <a:spLocks noGrp="1"/>
          </p:cNvSpPr>
          <p:nvPr>
            <p:ph type="title"/>
          </p:nvPr>
        </p:nvSpPr>
        <p:spPr>
          <a:xfrm>
            <a:off x="720000" y="534999"/>
            <a:ext cx="7704000" cy="78810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ar-SA" sz="5400" dirty="0">
                <a:cs typeface="+mn-cs"/>
              </a:rPr>
              <a:t>المشكلة</a:t>
            </a:r>
            <a:endParaRPr sz="5400" dirty="0">
              <a:cs typeface="+mn-cs"/>
            </a:endParaRPr>
          </a:p>
        </p:txBody>
      </p:sp>
      <p:sp>
        <p:nvSpPr>
          <p:cNvPr id="971" name="Google Shape;971;p33"/>
          <p:cNvSpPr txBox="1">
            <a:spLocks noGrp="1"/>
          </p:cNvSpPr>
          <p:nvPr>
            <p:ph type="subTitle" idx="3"/>
          </p:nvPr>
        </p:nvSpPr>
        <p:spPr>
          <a:xfrm>
            <a:off x="766201" y="2518944"/>
            <a:ext cx="2907612" cy="2221336"/>
          </a:xfrm>
          <a:prstGeom prst="rect">
            <a:avLst/>
          </a:prstGeom>
        </p:spPr>
        <p:txBody>
          <a:bodyPr spcFirstLastPara="1" wrap="square" lIns="91425" tIns="91425" rIns="91425" bIns="91425" anchor="t" anchorCtr="0">
            <a:noAutofit/>
          </a:bodyPr>
          <a:lstStyle/>
          <a:p>
            <a:pPr lvl="0">
              <a:buFont typeface="+mj-lt"/>
              <a:buAutoNum type="arabicPeriod"/>
            </a:pPr>
            <a:r>
              <a:rPr lang="ar-PS" dirty="0"/>
              <a:t>المؤسسات والمبادرات تجد صعوبة في الوصول إلى التمويل والداعمين.</a:t>
            </a:r>
          </a:p>
          <a:p>
            <a:pPr lvl="0">
              <a:buFont typeface="+mj-lt"/>
              <a:buAutoNum type="arabicPeriod"/>
            </a:pPr>
            <a:r>
              <a:rPr lang="ar-PS" dirty="0"/>
              <a:t>المتبرع لا يمتلك دائماً صورة واضحة عن المشروع الذي يساهم فيه.</a:t>
            </a:r>
          </a:p>
          <a:p>
            <a:pPr lvl="0">
              <a:buFont typeface="+mj-lt"/>
              <a:buAutoNum type="arabicPeriod"/>
            </a:pPr>
            <a:r>
              <a:rPr lang="ar-PS" dirty="0"/>
              <a:t>الباحثون عن فرص العمل يواجهون تشتتاً بين المنصات والجهات المختلفة.</a:t>
            </a:r>
          </a:p>
          <a:p>
            <a:pPr lvl="0">
              <a:buFont typeface="+mj-lt"/>
              <a:buAutoNum type="arabicPeriod"/>
            </a:pPr>
            <a:r>
              <a:rPr lang="ar-PS" dirty="0"/>
              <a:t>أصحاب الأفكار والمشاريع يحتاجون إلى التمويل والمواهب والدعم في الوقت نفسه.</a:t>
            </a:r>
          </a:p>
          <a:p>
            <a:pPr lvl="0">
              <a:buFont typeface="+mj-lt"/>
              <a:buAutoNum type="arabicPeriod"/>
            </a:pPr>
            <a:r>
              <a:rPr lang="ar-PS" dirty="0"/>
              <a:t>المؤسسات تعمل عبر قنوات منفصلة دون منظومة موحدة تربط الاحتياج بالموارد.</a:t>
            </a:r>
          </a:p>
        </p:txBody>
      </p:sp>
      <p:sp>
        <p:nvSpPr>
          <p:cNvPr id="972" name="Google Shape;972;p33"/>
          <p:cNvSpPr txBox="1">
            <a:spLocks noGrp="1"/>
          </p:cNvSpPr>
          <p:nvPr>
            <p:ph type="subTitle" idx="1"/>
          </p:nvPr>
        </p:nvSpPr>
        <p:spPr>
          <a:xfrm>
            <a:off x="815625" y="2219160"/>
            <a:ext cx="29076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ar-SA" sz="2400" dirty="0">
                <a:cs typeface="+mn-cs"/>
              </a:rPr>
              <a:t>المشاكل</a:t>
            </a:r>
            <a:endParaRPr sz="2400" dirty="0">
              <a:cs typeface="+mn-cs"/>
            </a:endParaRPr>
          </a:p>
        </p:txBody>
      </p:sp>
      <p:sp>
        <p:nvSpPr>
          <p:cNvPr id="973" name="Google Shape;973;p33"/>
          <p:cNvSpPr txBox="1">
            <a:spLocks noGrp="1"/>
          </p:cNvSpPr>
          <p:nvPr>
            <p:ph type="subTitle" idx="2"/>
          </p:nvPr>
        </p:nvSpPr>
        <p:spPr>
          <a:xfrm>
            <a:off x="4945644" y="2303975"/>
            <a:ext cx="2907600" cy="457200"/>
          </a:xfrm>
          <a:prstGeom prst="rect">
            <a:avLst/>
          </a:prstGeom>
        </p:spPr>
        <p:txBody>
          <a:bodyPr spcFirstLastPara="1" wrap="square" lIns="91425" tIns="91425" rIns="91425" bIns="91425" anchor="b" anchorCtr="0">
            <a:noAutofit/>
          </a:bodyPr>
          <a:lstStyle/>
          <a:p>
            <a:pPr marL="0" lvl="0" indent="0"/>
            <a:r>
              <a:rPr lang="ar-PS" sz="2400" dirty="0">
                <a:cs typeface="+mn-cs"/>
              </a:rPr>
              <a:t>النتيجة</a:t>
            </a:r>
            <a:endParaRPr sz="2400" dirty="0">
              <a:cs typeface="+mn-cs"/>
            </a:endParaRPr>
          </a:p>
        </p:txBody>
      </p:sp>
      <p:sp>
        <p:nvSpPr>
          <p:cNvPr id="974" name="Google Shape;974;p33"/>
          <p:cNvSpPr txBox="1">
            <a:spLocks noGrp="1"/>
          </p:cNvSpPr>
          <p:nvPr>
            <p:ph type="subTitle" idx="4"/>
          </p:nvPr>
        </p:nvSpPr>
        <p:spPr>
          <a:xfrm>
            <a:off x="4945644" y="2615765"/>
            <a:ext cx="2907600" cy="1280100"/>
          </a:xfrm>
          <a:prstGeom prst="rect">
            <a:avLst/>
          </a:prstGeom>
        </p:spPr>
        <p:txBody>
          <a:bodyPr spcFirstLastPara="1" wrap="square" lIns="91425" tIns="91425" rIns="91425" bIns="91425" anchor="t" anchorCtr="0">
            <a:noAutofit/>
          </a:bodyPr>
          <a:lstStyle/>
          <a:p>
            <a:pPr marL="152400" lvl="0" indent="0"/>
            <a:r>
              <a:rPr lang="ar-PS" sz="2000" dirty="0"/>
              <a:t>موارد موجودة، واحتياجات موجودة، لكن الرابط بينهما ضعيف.</a:t>
            </a:r>
          </a:p>
        </p:txBody>
      </p:sp>
      <p:grpSp>
        <p:nvGrpSpPr>
          <p:cNvPr id="975" name="Google Shape;975;p33"/>
          <p:cNvGrpSpPr/>
          <p:nvPr/>
        </p:nvGrpSpPr>
        <p:grpSpPr>
          <a:xfrm>
            <a:off x="6283529" y="1932078"/>
            <a:ext cx="231829" cy="371782"/>
            <a:chOff x="4713827" y="1932191"/>
            <a:chExt cx="231829" cy="371782"/>
          </a:xfrm>
        </p:grpSpPr>
        <p:sp>
          <p:nvSpPr>
            <p:cNvPr id="976" name="Google Shape;976;p33"/>
            <p:cNvSpPr/>
            <p:nvPr/>
          </p:nvSpPr>
          <p:spPr>
            <a:xfrm>
              <a:off x="4821702" y="1956230"/>
              <a:ext cx="123954" cy="131967"/>
            </a:xfrm>
            <a:custGeom>
              <a:avLst/>
              <a:gdLst/>
              <a:ahLst/>
              <a:cxnLst/>
              <a:rect l="l" t="t" r="r" b="b"/>
              <a:pathLst>
                <a:path w="4718" h="5023" extrusionOk="0">
                  <a:moveTo>
                    <a:pt x="4450" y="1"/>
                  </a:moveTo>
                  <a:cubicBezTo>
                    <a:pt x="4446" y="1"/>
                    <a:pt x="4443" y="1"/>
                    <a:pt x="4440" y="1"/>
                  </a:cubicBezTo>
                  <a:lnTo>
                    <a:pt x="230" y="1"/>
                  </a:lnTo>
                  <a:cubicBezTo>
                    <a:pt x="105" y="1"/>
                    <a:pt x="1" y="98"/>
                    <a:pt x="1" y="223"/>
                  </a:cubicBezTo>
                  <a:lnTo>
                    <a:pt x="1" y="5023"/>
                  </a:lnTo>
                  <a:lnTo>
                    <a:pt x="4440" y="5023"/>
                  </a:lnTo>
                  <a:cubicBezTo>
                    <a:pt x="4606" y="5023"/>
                    <a:pt x="4717" y="4850"/>
                    <a:pt x="4648" y="4697"/>
                  </a:cubicBezTo>
                  <a:lnTo>
                    <a:pt x="3656" y="2512"/>
                  </a:lnTo>
                  <a:lnTo>
                    <a:pt x="4655" y="320"/>
                  </a:lnTo>
                  <a:cubicBezTo>
                    <a:pt x="4716" y="171"/>
                    <a:pt x="4611" y="1"/>
                    <a:pt x="44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3"/>
            <p:cNvSpPr/>
            <p:nvPr/>
          </p:nvSpPr>
          <p:spPr>
            <a:xfrm>
              <a:off x="4821886" y="1957334"/>
              <a:ext cx="40302" cy="22805"/>
            </a:xfrm>
            <a:custGeom>
              <a:avLst/>
              <a:gdLst/>
              <a:ahLst/>
              <a:cxnLst/>
              <a:rect l="l" t="t" r="r" b="b"/>
              <a:pathLst>
                <a:path w="1534" h="868" extrusionOk="0">
                  <a:moveTo>
                    <a:pt x="91" y="1"/>
                  </a:moveTo>
                  <a:cubicBezTo>
                    <a:pt x="35" y="42"/>
                    <a:pt x="1" y="112"/>
                    <a:pt x="1" y="181"/>
                  </a:cubicBezTo>
                  <a:lnTo>
                    <a:pt x="1" y="868"/>
                  </a:lnTo>
                  <a:lnTo>
                    <a:pt x="1388" y="868"/>
                  </a:lnTo>
                  <a:cubicBezTo>
                    <a:pt x="1492" y="868"/>
                    <a:pt x="1534" y="722"/>
                    <a:pt x="1430" y="674"/>
                  </a:cubicBezTo>
                  <a:lnTo>
                    <a:pt x="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3"/>
            <p:cNvSpPr/>
            <p:nvPr/>
          </p:nvSpPr>
          <p:spPr>
            <a:xfrm>
              <a:off x="4743909" y="1980112"/>
              <a:ext cx="23882" cy="12059"/>
            </a:xfrm>
            <a:custGeom>
              <a:avLst/>
              <a:gdLst/>
              <a:ahLst/>
              <a:cxnLst/>
              <a:rect l="l" t="t" r="r" b="b"/>
              <a:pathLst>
                <a:path w="909" h="459" extrusionOk="0">
                  <a:moveTo>
                    <a:pt x="0" y="1"/>
                  </a:moveTo>
                  <a:lnTo>
                    <a:pt x="0" y="459"/>
                  </a:lnTo>
                  <a:lnTo>
                    <a:pt x="909" y="459"/>
                  </a:lnTo>
                  <a:lnTo>
                    <a:pt x="9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3"/>
            <p:cNvSpPr/>
            <p:nvPr/>
          </p:nvSpPr>
          <p:spPr>
            <a:xfrm>
              <a:off x="4743909" y="2100020"/>
              <a:ext cx="23882" cy="12059"/>
            </a:xfrm>
            <a:custGeom>
              <a:avLst/>
              <a:gdLst/>
              <a:ahLst/>
              <a:cxnLst/>
              <a:rect l="l" t="t" r="r" b="b"/>
              <a:pathLst>
                <a:path w="909" h="459" extrusionOk="0">
                  <a:moveTo>
                    <a:pt x="0" y="1"/>
                  </a:moveTo>
                  <a:lnTo>
                    <a:pt x="0" y="459"/>
                  </a:lnTo>
                  <a:lnTo>
                    <a:pt x="909" y="459"/>
                  </a:lnTo>
                  <a:lnTo>
                    <a:pt x="9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3"/>
            <p:cNvSpPr/>
            <p:nvPr/>
          </p:nvSpPr>
          <p:spPr>
            <a:xfrm>
              <a:off x="4761748" y="1974096"/>
              <a:ext cx="102095" cy="144000"/>
            </a:xfrm>
            <a:custGeom>
              <a:avLst/>
              <a:gdLst/>
              <a:ahLst/>
              <a:cxnLst/>
              <a:rect l="l" t="t" r="r" b="b"/>
              <a:pathLst>
                <a:path w="3886" h="5481" extrusionOk="0">
                  <a:moveTo>
                    <a:pt x="230" y="1"/>
                  </a:moveTo>
                  <a:cubicBezTo>
                    <a:pt x="105" y="1"/>
                    <a:pt x="1" y="105"/>
                    <a:pt x="1" y="230"/>
                  </a:cubicBezTo>
                  <a:lnTo>
                    <a:pt x="1" y="5252"/>
                  </a:lnTo>
                  <a:cubicBezTo>
                    <a:pt x="1" y="5376"/>
                    <a:pt x="105" y="5480"/>
                    <a:pt x="230" y="5480"/>
                  </a:cubicBezTo>
                  <a:lnTo>
                    <a:pt x="3656" y="5480"/>
                  </a:lnTo>
                  <a:cubicBezTo>
                    <a:pt x="3781" y="5480"/>
                    <a:pt x="3885" y="5376"/>
                    <a:pt x="3885" y="5252"/>
                  </a:cubicBezTo>
                  <a:lnTo>
                    <a:pt x="3885" y="230"/>
                  </a:lnTo>
                  <a:cubicBezTo>
                    <a:pt x="3885" y="105"/>
                    <a:pt x="3781" y="1"/>
                    <a:pt x="36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3"/>
            <p:cNvSpPr/>
            <p:nvPr/>
          </p:nvSpPr>
          <p:spPr>
            <a:xfrm>
              <a:off x="4737893" y="1950056"/>
              <a:ext cx="12033" cy="335868"/>
            </a:xfrm>
            <a:custGeom>
              <a:avLst/>
              <a:gdLst/>
              <a:ahLst/>
              <a:cxnLst/>
              <a:rect l="l" t="t" r="r" b="b"/>
              <a:pathLst>
                <a:path w="458" h="12784" extrusionOk="0">
                  <a:moveTo>
                    <a:pt x="0" y="0"/>
                  </a:moveTo>
                  <a:lnTo>
                    <a:pt x="0" y="12784"/>
                  </a:lnTo>
                  <a:lnTo>
                    <a:pt x="458" y="12784"/>
                  </a:lnTo>
                  <a:lnTo>
                    <a:pt x="4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3"/>
            <p:cNvSpPr/>
            <p:nvPr/>
          </p:nvSpPr>
          <p:spPr>
            <a:xfrm>
              <a:off x="4714011" y="2280065"/>
              <a:ext cx="59980" cy="23908"/>
            </a:xfrm>
            <a:custGeom>
              <a:avLst/>
              <a:gdLst/>
              <a:ahLst/>
              <a:cxnLst/>
              <a:rect l="l" t="t" r="r" b="b"/>
              <a:pathLst>
                <a:path w="2283" h="910" extrusionOk="0">
                  <a:moveTo>
                    <a:pt x="458" y="1"/>
                  </a:moveTo>
                  <a:cubicBezTo>
                    <a:pt x="202" y="1"/>
                    <a:pt x="1" y="202"/>
                    <a:pt x="1" y="459"/>
                  </a:cubicBezTo>
                  <a:lnTo>
                    <a:pt x="1" y="687"/>
                  </a:lnTo>
                  <a:cubicBezTo>
                    <a:pt x="1" y="812"/>
                    <a:pt x="98" y="909"/>
                    <a:pt x="229" y="909"/>
                  </a:cubicBezTo>
                  <a:lnTo>
                    <a:pt x="2047" y="909"/>
                  </a:lnTo>
                  <a:cubicBezTo>
                    <a:pt x="2051" y="910"/>
                    <a:pt x="2055" y="910"/>
                    <a:pt x="2059" y="910"/>
                  </a:cubicBezTo>
                  <a:cubicBezTo>
                    <a:pt x="2185" y="910"/>
                    <a:pt x="2283" y="808"/>
                    <a:pt x="2283" y="680"/>
                  </a:cubicBezTo>
                  <a:lnTo>
                    <a:pt x="2283" y="459"/>
                  </a:lnTo>
                  <a:cubicBezTo>
                    <a:pt x="2283" y="202"/>
                    <a:pt x="2075" y="1"/>
                    <a:pt x="1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3"/>
            <p:cNvSpPr/>
            <p:nvPr/>
          </p:nvSpPr>
          <p:spPr>
            <a:xfrm>
              <a:off x="4731876" y="1932191"/>
              <a:ext cx="23882" cy="24092"/>
            </a:xfrm>
            <a:custGeom>
              <a:avLst/>
              <a:gdLst/>
              <a:ahLst/>
              <a:cxnLst/>
              <a:rect l="l" t="t" r="r" b="b"/>
              <a:pathLst>
                <a:path w="909" h="917" extrusionOk="0">
                  <a:moveTo>
                    <a:pt x="458" y="1"/>
                  </a:moveTo>
                  <a:cubicBezTo>
                    <a:pt x="201" y="1"/>
                    <a:pt x="0" y="202"/>
                    <a:pt x="0" y="458"/>
                  </a:cubicBezTo>
                  <a:cubicBezTo>
                    <a:pt x="0" y="708"/>
                    <a:pt x="201" y="916"/>
                    <a:pt x="458" y="916"/>
                  </a:cubicBezTo>
                  <a:cubicBezTo>
                    <a:pt x="708" y="916"/>
                    <a:pt x="909" y="708"/>
                    <a:pt x="909" y="458"/>
                  </a:cubicBezTo>
                  <a:cubicBezTo>
                    <a:pt x="909" y="202"/>
                    <a:pt x="708" y="1"/>
                    <a:pt x="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3"/>
            <p:cNvSpPr/>
            <p:nvPr/>
          </p:nvSpPr>
          <p:spPr>
            <a:xfrm>
              <a:off x="4713827" y="2280065"/>
              <a:ext cx="30108" cy="23908"/>
            </a:xfrm>
            <a:custGeom>
              <a:avLst/>
              <a:gdLst/>
              <a:ahLst/>
              <a:cxnLst/>
              <a:rect l="l" t="t" r="r" b="b"/>
              <a:pathLst>
                <a:path w="1146" h="910" extrusionOk="0">
                  <a:moveTo>
                    <a:pt x="458" y="1"/>
                  </a:moveTo>
                  <a:cubicBezTo>
                    <a:pt x="209" y="1"/>
                    <a:pt x="1" y="202"/>
                    <a:pt x="1" y="459"/>
                  </a:cubicBezTo>
                  <a:lnTo>
                    <a:pt x="1" y="680"/>
                  </a:lnTo>
                  <a:cubicBezTo>
                    <a:pt x="1" y="812"/>
                    <a:pt x="105" y="909"/>
                    <a:pt x="230" y="909"/>
                  </a:cubicBezTo>
                  <a:lnTo>
                    <a:pt x="916" y="909"/>
                  </a:lnTo>
                  <a:cubicBezTo>
                    <a:pt x="791" y="909"/>
                    <a:pt x="687" y="812"/>
                    <a:pt x="687" y="680"/>
                  </a:cubicBezTo>
                  <a:lnTo>
                    <a:pt x="687" y="459"/>
                  </a:lnTo>
                  <a:cubicBezTo>
                    <a:pt x="687" y="202"/>
                    <a:pt x="888" y="1"/>
                    <a:pt x="1145" y="1"/>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3"/>
            <p:cNvSpPr/>
            <p:nvPr/>
          </p:nvSpPr>
          <p:spPr>
            <a:xfrm>
              <a:off x="4729696" y="1933294"/>
              <a:ext cx="25169" cy="22778"/>
            </a:xfrm>
            <a:custGeom>
              <a:avLst/>
              <a:gdLst/>
              <a:ahLst/>
              <a:cxnLst/>
              <a:rect l="l" t="t" r="r" b="b"/>
              <a:pathLst>
                <a:path w="958" h="867" extrusionOk="0">
                  <a:moveTo>
                    <a:pt x="354" y="0"/>
                  </a:moveTo>
                  <a:cubicBezTo>
                    <a:pt x="63" y="132"/>
                    <a:pt x="0" y="507"/>
                    <a:pt x="222" y="735"/>
                  </a:cubicBezTo>
                  <a:cubicBezTo>
                    <a:pt x="311" y="825"/>
                    <a:pt x="426" y="867"/>
                    <a:pt x="541" y="867"/>
                  </a:cubicBezTo>
                  <a:cubicBezTo>
                    <a:pt x="710" y="867"/>
                    <a:pt x="878" y="774"/>
                    <a:pt x="957" y="604"/>
                  </a:cubicBezTo>
                  <a:lnTo>
                    <a:pt x="957" y="604"/>
                  </a:lnTo>
                  <a:cubicBezTo>
                    <a:pt x="895" y="631"/>
                    <a:pt x="832" y="645"/>
                    <a:pt x="770" y="645"/>
                  </a:cubicBezTo>
                  <a:cubicBezTo>
                    <a:pt x="437" y="645"/>
                    <a:pt x="215" y="298"/>
                    <a:pt x="354"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 name="Google Shape;986;p33"/>
          <p:cNvGrpSpPr/>
          <p:nvPr/>
        </p:nvGrpSpPr>
        <p:grpSpPr>
          <a:xfrm>
            <a:off x="2086595" y="1831911"/>
            <a:ext cx="359565" cy="358094"/>
            <a:chOff x="4160817" y="1939046"/>
            <a:chExt cx="359565" cy="358094"/>
          </a:xfrm>
        </p:grpSpPr>
        <p:sp>
          <p:nvSpPr>
            <p:cNvPr id="987" name="Google Shape;987;p33"/>
            <p:cNvSpPr/>
            <p:nvPr/>
          </p:nvSpPr>
          <p:spPr>
            <a:xfrm>
              <a:off x="4160817" y="2149883"/>
              <a:ext cx="65077" cy="147257"/>
            </a:xfrm>
            <a:custGeom>
              <a:avLst/>
              <a:gdLst/>
              <a:ahLst/>
              <a:cxnLst/>
              <a:rect l="l" t="t" r="r" b="b"/>
              <a:pathLst>
                <a:path w="2477" h="5605" extrusionOk="0">
                  <a:moveTo>
                    <a:pt x="354" y="0"/>
                  </a:moveTo>
                  <a:cubicBezTo>
                    <a:pt x="160" y="0"/>
                    <a:pt x="1" y="160"/>
                    <a:pt x="1" y="354"/>
                  </a:cubicBezTo>
                  <a:lnTo>
                    <a:pt x="1" y="5605"/>
                  </a:lnTo>
                  <a:lnTo>
                    <a:pt x="2477" y="5605"/>
                  </a:lnTo>
                  <a:lnTo>
                    <a:pt x="2477" y="354"/>
                  </a:lnTo>
                  <a:cubicBezTo>
                    <a:pt x="2477" y="160"/>
                    <a:pt x="2310" y="0"/>
                    <a:pt x="2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3"/>
            <p:cNvSpPr/>
            <p:nvPr/>
          </p:nvSpPr>
          <p:spPr>
            <a:xfrm>
              <a:off x="4160817" y="2149883"/>
              <a:ext cx="31002" cy="147257"/>
            </a:xfrm>
            <a:custGeom>
              <a:avLst/>
              <a:gdLst/>
              <a:ahLst/>
              <a:cxnLst/>
              <a:rect l="l" t="t" r="r" b="b"/>
              <a:pathLst>
                <a:path w="1180" h="5605" extrusionOk="0">
                  <a:moveTo>
                    <a:pt x="354" y="0"/>
                  </a:moveTo>
                  <a:cubicBezTo>
                    <a:pt x="160" y="0"/>
                    <a:pt x="1" y="160"/>
                    <a:pt x="1" y="354"/>
                  </a:cubicBezTo>
                  <a:lnTo>
                    <a:pt x="1" y="5605"/>
                  </a:lnTo>
                  <a:lnTo>
                    <a:pt x="826" y="5605"/>
                  </a:lnTo>
                  <a:lnTo>
                    <a:pt x="826" y="354"/>
                  </a:lnTo>
                  <a:cubicBezTo>
                    <a:pt x="826" y="160"/>
                    <a:pt x="986" y="0"/>
                    <a:pt x="1180"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3"/>
            <p:cNvSpPr/>
            <p:nvPr/>
          </p:nvSpPr>
          <p:spPr>
            <a:xfrm>
              <a:off x="4259050" y="2113627"/>
              <a:ext cx="65077" cy="183513"/>
            </a:xfrm>
            <a:custGeom>
              <a:avLst/>
              <a:gdLst/>
              <a:ahLst/>
              <a:cxnLst/>
              <a:rect l="l" t="t" r="r" b="b"/>
              <a:pathLst>
                <a:path w="2477" h="6985" extrusionOk="0">
                  <a:moveTo>
                    <a:pt x="354" y="0"/>
                  </a:moveTo>
                  <a:cubicBezTo>
                    <a:pt x="160" y="0"/>
                    <a:pt x="0" y="153"/>
                    <a:pt x="0" y="354"/>
                  </a:cubicBezTo>
                  <a:lnTo>
                    <a:pt x="0" y="6985"/>
                  </a:lnTo>
                  <a:lnTo>
                    <a:pt x="2476" y="6985"/>
                  </a:lnTo>
                  <a:lnTo>
                    <a:pt x="2476" y="354"/>
                  </a:lnTo>
                  <a:cubicBezTo>
                    <a:pt x="2476" y="153"/>
                    <a:pt x="2317" y="0"/>
                    <a:pt x="21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3"/>
            <p:cNvSpPr/>
            <p:nvPr/>
          </p:nvSpPr>
          <p:spPr>
            <a:xfrm>
              <a:off x="4259050" y="2113627"/>
              <a:ext cx="31002" cy="183513"/>
            </a:xfrm>
            <a:custGeom>
              <a:avLst/>
              <a:gdLst/>
              <a:ahLst/>
              <a:cxnLst/>
              <a:rect l="l" t="t" r="r" b="b"/>
              <a:pathLst>
                <a:path w="1180" h="6985" extrusionOk="0">
                  <a:moveTo>
                    <a:pt x="354" y="0"/>
                  </a:moveTo>
                  <a:cubicBezTo>
                    <a:pt x="160" y="0"/>
                    <a:pt x="0" y="153"/>
                    <a:pt x="0" y="354"/>
                  </a:cubicBezTo>
                  <a:lnTo>
                    <a:pt x="0" y="6985"/>
                  </a:lnTo>
                  <a:lnTo>
                    <a:pt x="826" y="6985"/>
                  </a:lnTo>
                  <a:lnTo>
                    <a:pt x="826" y="354"/>
                  </a:lnTo>
                  <a:cubicBezTo>
                    <a:pt x="826" y="153"/>
                    <a:pt x="985" y="0"/>
                    <a:pt x="1179"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3"/>
            <p:cNvSpPr/>
            <p:nvPr/>
          </p:nvSpPr>
          <p:spPr>
            <a:xfrm>
              <a:off x="4357257" y="2077161"/>
              <a:ext cx="64919" cy="219980"/>
            </a:xfrm>
            <a:custGeom>
              <a:avLst/>
              <a:gdLst/>
              <a:ahLst/>
              <a:cxnLst/>
              <a:rect l="l" t="t" r="r" b="b"/>
              <a:pathLst>
                <a:path w="2471" h="8373" extrusionOk="0">
                  <a:moveTo>
                    <a:pt x="355" y="1"/>
                  </a:moveTo>
                  <a:cubicBezTo>
                    <a:pt x="153" y="1"/>
                    <a:pt x="1" y="160"/>
                    <a:pt x="1" y="355"/>
                  </a:cubicBezTo>
                  <a:lnTo>
                    <a:pt x="1" y="8373"/>
                  </a:lnTo>
                  <a:lnTo>
                    <a:pt x="2470" y="8373"/>
                  </a:lnTo>
                  <a:lnTo>
                    <a:pt x="2470" y="355"/>
                  </a:lnTo>
                  <a:cubicBezTo>
                    <a:pt x="2470" y="160"/>
                    <a:pt x="2311" y="1"/>
                    <a:pt x="21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3"/>
            <p:cNvSpPr/>
            <p:nvPr/>
          </p:nvSpPr>
          <p:spPr>
            <a:xfrm>
              <a:off x="4357257" y="2077161"/>
              <a:ext cx="31002" cy="219980"/>
            </a:xfrm>
            <a:custGeom>
              <a:avLst/>
              <a:gdLst/>
              <a:ahLst/>
              <a:cxnLst/>
              <a:rect l="l" t="t" r="r" b="b"/>
              <a:pathLst>
                <a:path w="1180" h="8373" extrusionOk="0">
                  <a:moveTo>
                    <a:pt x="355" y="1"/>
                  </a:moveTo>
                  <a:cubicBezTo>
                    <a:pt x="153" y="1"/>
                    <a:pt x="1" y="160"/>
                    <a:pt x="1" y="355"/>
                  </a:cubicBezTo>
                  <a:lnTo>
                    <a:pt x="1" y="8373"/>
                  </a:lnTo>
                  <a:lnTo>
                    <a:pt x="826" y="8373"/>
                  </a:lnTo>
                  <a:lnTo>
                    <a:pt x="826" y="355"/>
                  </a:lnTo>
                  <a:cubicBezTo>
                    <a:pt x="826" y="160"/>
                    <a:pt x="986" y="1"/>
                    <a:pt x="1180" y="1"/>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3"/>
            <p:cNvSpPr/>
            <p:nvPr/>
          </p:nvSpPr>
          <p:spPr>
            <a:xfrm>
              <a:off x="4455489" y="2040721"/>
              <a:ext cx="64893" cy="256420"/>
            </a:xfrm>
            <a:custGeom>
              <a:avLst/>
              <a:gdLst/>
              <a:ahLst/>
              <a:cxnLst/>
              <a:rect l="l" t="t" r="r" b="b"/>
              <a:pathLst>
                <a:path w="2470" h="9760" extrusionOk="0">
                  <a:moveTo>
                    <a:pt x="354" y="1"/>
                  </a:moveTo>
                  <a:cubicBezTo>
                    <a:pt x="153" y="1"/>
                    <a:pt x="0" y="160"/>
                    <a:pt x="0" y="354"/>
                  </a:cubicBezTo>
                  <a:lnTo>
                    <a:pt x="0" y="9760"/>
                  </a:lnTo>
                  <a:lnTo>
                    <a:pt x="2470" y="9760"/>
                  </a:lnTo>
                  <a:lnTo>
                    <a:pt x="2470" y="354"/>
                  </a:lnTo>
                  <a:cubicBezTo>
                    <a:pt x="2470" y="160"/>
                    <a:pt x="2310" y="1"/>
                    <a:pt x="21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3"/>
            <p:cNvSpPr/>
            <p:nvPr/>
          </p:nvSpPr>
          <p:spPr>
            <a:xfrm>
              <a:off x="4455489" y="2040721"/>
              <a:ext cx="31002" cy="256420"/>
            </a:xfrm>
            <a:custGeom>
              <a:avLst/>
              <a:gdLst/>
              <a:ahLst/>
              <a:cxnLst/>
              <a:rect l="l" t="t" r="r" b="b"/>
              <a:pathLst>
                <a:path w="1180" h="9760" extrusionOk="0">
                  <a:moveTo>
                    <a:pt x="354" y="1"/>
                  </a:moveTo>
                  <a:cubicBezTo>
                    <a:pt x="153" y="1"/>
                    <a:pt x="0" y="160"/>
                    <a:pt x="0" y="354"/>
                  </a:cubicBezTo>
                  <a:lnTo>
                    <a:pt x="0" y="9760"/>
                  </a:lnTo>
                  <a:lnTo>
                    <a:pt x="826" y="9760"/>
                  </a:lnTo>
                  <a:lnTo>
                    <a:pt x="826" y="354"/>
                  </a:lnTo>
                  <a:cubicBezTo>
                    <a:pt x="826" y="160"/>
                    <a:pt x="978" y="1"/>
                    <a:pt x="1180" y="1"/>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3"/>
            <p:cNvSpPr/>
            <p:nvPr/>
          </p:nvSpPr>
          <p:spPr>
            <a:xfrm>
              <a:off x="4176502" y="1939046"/>
              <a:ext cx="333687" cy="134699"/>
            </a:xfrm>
            <a:custGeom>
              <a:avLst/>
              <a:gdLst/>
              <a:ahLst/>
              <a:cxnLst/>
              <a:rect l="l" t="t" r="r" b="b"/>
              <a:pathLst>
                <a:path w="12701" h="5127" extrusionOk="0">
                  <a:moveTo>
                    <a:pt x="10208" y="0"/>
                  </a:moveTo>
                  <a:cubicBezTo>
                    <a:pt x="10033" y="0"/>
                    <a:pt x="9921" y="204"/>
                    <a:pt x="10030" y="354"/>
                  </a:cubicBezTo>
                  <a:lnTo>
                    <a:pt x="10391" y="874"/>
                  </a:lnTo>
                  <a:cubicBezTo>
                    <a:pt x="9177" y="1603"/>
                    <a:pt x="5292" y="3649"/>
                    <a:pt x="0" y="3649"/>
                  </a:cubicBezTo>
                  <a:lnTo>
                    <a:pt x="0" y="5126"/>
                  </a:lnTo>
                  <a:cubicBezTo>
                    <a:pt x="2879" y="5112"/>
                    <a:pt x="5729" y="4557"/>
                    <a:pt x="8400" y="3489"/>
                  </a:cubicBezTo>
                  <a:cubicBezTo>
                    <a:pt x="9378" y="3101"/>
                    <a:pt x="10328" y="2636"/>
                    <a:pt x="11237" y="2088"/>
                  </a:cubicBezTo>
                  <a:lnTo>
                    <a:pt x="11556" y="2553"/>
                  </a:lnTo>
                  <a:cubicBezTo>
                    <a:pt x="11601" y="2616"/>
                    <a:pt x="11670" y="2646"/>
                    <a:pt x="11739" y="2646"/>
                  </a:cubicBezTo>
                  <a:cubicBezTo>
                    <a:pt x="11830" y="2646"/>
                    <a:pt x="11920" y="2593"/>
                    <a:pt x="11951" y="2490"/>
                  </a:cubicBezTo>
                  <a:lnTo>
                    <a:pt x="12659" y="375"/>
                  </a:lnTo>
                  <a:cubicBezTo>
                    <a:pt x="12700" y="229"/>
                    <a:pt x="12603" y="84"/>
                    <a:pt x="12451" y="84"/>
                  </a:cubicBezTo>
                  <a:lnTo>
                    <a:pt x="10217" y="0"/>
                  </a:lnTo>
                  <a:cubicBezTo>
                    <a:pt x="10214" y="0"/>
                    <a:pt x="10211" y="0"/>
                    <a:pt x="10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1ACCDF18-EC6E-37E0-5419-DDCA89319ADE}"/>
              </a:ext>
            </a:extLst>
          </p:cNvPr>
          <p:cNvSpPr txBox="1"/>
          <p:nvPr/>
        </p:nvSpPr>
        <p:spPr>
          <a:xfrm>
            <a:off x="2451099" y="1331721"/>
            <a:ext cx="3931398" cy="646331"/>
          </a:xfrm>
          <a:prstGeom prst="rect">
            <a:avLst/>
          </a:prstGeom>
          <a:noFill/>
        </p:spPr>
        <p:txBody>
          <a:bodyPr wrap="square" rtlCol="1">
            <a:spAutoFit/>
          </a:bodyPr>
          <a:lstStyle/>
          <a:p>
            <a:pPr algn="ctr"/>
            <a:r>
              <a:rPr lang="ar-PS" sz="1800" dirty="0"/>
              <a:t>الموارد موجودة</a:t>
            </a:r>
            <a:r>
              <a:rPr lang="ar-SA" sz="1800" dirty="0"/>
              <a:t>... </a:t>
            </a:r>
            <a:r>
              <a:rPr lang="ar-PS" sz="1800" dirty="0"/>
              <a:t>لكن الوصول إليها ليس سهلاً</a:t>
            </a:r>
            <a:br>
              <a:rPr lang="ar-SA" sz="1800" dirty="0"/>
            </a:br>
            <a:r>
              <a:rPr lang="ar-PS" sz="1800" dirty="0"/>
              <a:t>اليوم يواجه المجتمع عدة فجوات</a:t>
            </a:r>
          </a:p>
        </p:txBody>
      </p:sp>
      <p:sp>
        <p:nvSpPr>
          <p:cNvPr id="5" name="Arrow: Right 4">
            <a:extLst>
              <a:ext uri="{FF2B5EF4-FFF2-40B4-BE49-F238E27FC236}">
                <a16:creationId xmlns:a16="http://schemas.microsoft.com/office/drawing/2014/main" id="{E3F1B21E-AFA3-D6E3-0B89-8620237A63F7}"/>
              </a:ext>
            </a:extLst>
          </p:cNvPr>
          <p:cNvSpPr/>
          <p:nvPr/>
        </p:nvSpPr>
        <p:spPr>
          <a:xfrm>
            <a:off x="3786719" y="2793144"/>
            <a:ext cx="1046019" cy="8364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P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34"/>
          <p:cNvSpPr txBox="1">
            <a:spLocks noGrp="1"/>
          </p:cNvSpPr>
          <p:nvPr>
            <p:ph type="subTitle" idx="1"/>
          </p:nvPr>
        </p:nvSpPr>
        <p:spPr>
          <a:xfrm>
            <a:off x="1256999" y="2595829"/>
            <a:ext cx="2108400" cy="457200"/>
          </a:xfrm>
          <a:prstGeom prst="rect">
            <a:avLst/>
          </a:prstGeom>
        </p:spPr>
        <p:txBody>
          <a:bodyPr spcFirstLastPara="1" wrap="square" lIns="91425" tIns="91425" rIns="91425" bIns="91425" anchor="b" anchorCtr="0">
            <a:noAutofit/>
          </a:bodyPr>
          <a:lstStyle/>
          <a:p>
            <a:pPr marL="0" lvl="0" indent="0"/>
            <a:r>
              <a:rPr lang="ar-PS" dirty="0">
                <a:cs typeface="+mn-cs"/>
              </a:rPr>
              <a:t>تمويل المشاريع</a:t>
            </a:r>
            <a:endParaRPr dirty="0">
              <a:cs typeface="+mn-cs"/>
            </a:endParaRPr>
          </a:p>
        </p:txBody>
      </p:sp>
      <p:sp>
        <p:nvSpPr>
          <p:cNvPr id="1001" name="Google Shape;1001;p34"/>
          <p:cNvSpPr txBox="1">
            <a:spLocks noGrp="1"/>
          </p:cNvSpPr>
          <p:nvPr>
            <p:ph type="subTitle" idx="5"/>
          </p:nvPr>
        </p:nvSpPr>
        <p:spPr>
          <a:xfrm>
            <a:off x="3520771" y="2467663"/>
            <a:ext cx="2108400" cy="457200"/>
          </a:xfrm>
          <a:prstGeom prst="rect">
            <a:avLst/>
          </a:prstGeom>
        </p:spPr>
        <p:txBody>
          <a:bodyPr spcFirstLastPara="1" wrap="square" lIns="91425" tIns="91425" rIns="91425" bIns="91425" anchor="b" anchorCtr="0">
            <a:noAutofit/>
          </a:bodyPr>
          <a:lstStyle/>
          <a:p>
            <a:pPr marL="0" lvl="0" indent="0"/>
            <a:r>
              <a:rPr lang="ar-PS" dirty="0">
                <a:cs typeface="+mn-cs"/>
              </a:rPr>
              <a:t>التبرع</a:t>
            </a:r>
            <a:endParaRPr dirty="0">
              <a:cs typeface="+mn-cs"/>
            </a:endParaRPr>
          </a:p>
        </p:txBody>
      </p:sp>
      <p:sp>
        <p:nvSpPr>
          <p:cNvPr id="1002" name="Google Shape;1002;p34"/>
          <p:cNvSpPr txBox="1">
            <a:spLocks noGrp="1"/>
          </p:cNvSpPr>
          <p:nvPr>
            <p:ph type="subTitle" idx="6"/>
          </p:nvPr>
        </p:nvSpPr>
        <p:spPr>
          <a:xfrm>
            <a:off x="5778599" y="2489853"/>
            <a:ext cx="2108400" cy="457200"/>
          </a:xfrm>
          <a:prstGeom prst="rect">
            <a:avLst/>
          </a:prstGeom>
        </p:spPr>
        <p:txBody>
          <a:bodyPr spcFirstLastPara="1" wrap="square" lIns="91425" tIns="91425" rIns="91425" bIns="91425" anchor="b" anchorCtr="0">
            <a:noAutofit/>
          </a:bodyPr>
          <a:lstStyle/>
          <a:p>
            <a:pPr marL="0" lvl="0" indent="0"/>
            <a:r>
              <a:rPr lang="ar-PS" b="1" dirty="0">
                <a:cs typeface="+mn-cs"/>
              </a:rPr>
              <a:t>فرص العمل</a:t>
            </a:r>
            <a:endParaRPr dirty="0">
              <a:cs typeface="+mn-cs"/>
            </a:endParaRPr>
          </a:p>
        </p:txBody>
      </p:sp>
      <p:sp>
        <p:nvSpPr>
          <p:cNvPr id="1003" name="Google Shape;1003;p34"/>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pPr lvl="0"/>
            <a:r>
              <a:rPr lang="ar-PS" sz="4000" dirty="0">
                <a:cs typeface="+mn-cs"/>
              </a:rPr>
              <a:t>الحل</a:t>
            </a:r>
            <a:endParaRPr sz="4000" dirty="0">
              <a:cs typeface="+mn-cs"/>
            </a:endParaRPr>
          </a:p>
        </p:txBody>
      </p:sp>
      <p:sp>
        <p:nvSpPr>
          <p:cNvPr id="1004" name="Google Shape;1004;p34"/>
          <p:cNvSpPr txBox="1">
            <a:spLocks noGrp="1"/>
          </p:cNvSpPr>
          <p:nvPr>
            <p:ph type="subTitle" idx="2"/>
          </p:nvPr>
        </p:nvSpPr>
        <p:spPr>
          <a:xfrm>
            <a:off x="1257001" y="2904669"/>
            <a:ext cx="2108400" cy="895200"/>
          </a:xfrm>
          <a:prstGeom prst="rect">
            <a:avLst/>
          </a:prstGeom>
        </p:spPr>
        <p:txBody>
          <a:bodyPr spcFirstLastPara="1" wrap="square" lIns="91425" tIns="91425" rIns="91425" bIns="91425" anchor="t" anchorCtr="0">
            <a:noAutofit/>
          </a:bodyPr>
          <a:lstStyle/>
          <a:p>
            <a:pPr marL="0" lvl="0" indent="0"/>
            <a:r>
              <a:rPr lang="ar-PS" sz="1600" dirty="0"/>
              <a:t>دعم المشاريع والمبادرات التي تحتاج إلى تمويل.</a:t>
            </a:r>
            <a:endParaRPr sz="1600" dirty="0"/>
          </a:p>
        </p:txBody>
      </p:sp>
      <p:sp>
        <p:nvSpPr>
          <p:cNvPr id="1005" name="Google Shape;1005;p34"/>
          <p:cNvSpPr txBox="1">
            <a:spLocks noGrp="1"/>
          </p:cNvSpPr>
          <p:nvPr>
            <p:ph type="subTitle" idx="3"/>
          </p:nvPr>
        </p:nvSpPr>
        <p:spPr>
          <a:xfrm>
            <a:off x="3520771" y="2722074"/>
            <a:ext cx="2108400" cy="895200"/>
          </a:xfrm>
          <a:prstGeom prst="rect">
            <a:avLst/>
          </a:prstGeom>
        </p:spPr>
        <p:txBody>
          <a:bodyPr spcFirstLastPara="1" wrap="square" lIns="91425" tIns="91425" rIns="91425" bIns="91425" anchor="t" anchorCtr="0">
            <a:noAutofit/>
          </a:bodyPr>
          <a:lstStyle/>
          <a:p>
            <a:pPr marL="0" lvl="0" indent="0"/>
            <a:r>
              <a:rPr lang="ar-PS" sz="1600" dirty="0"/>
              <a:t>الوصول إلى الحالات والمشاريع والمؤسسات التي تحتاج إلى الدعم.</a:t>
            </a:r>
            <a:endParaRPr sz="1600" dirty="0"/>
          </a:p>
        </p:txBody>
      </p:sp>
      <p:sp>
        <p:nvSpPr>
          <p:cNvPr id="1006" name="Google Shape;1006;p34"/>
          <p:cNvSpPr txBox="1">
            <a:spLocks noGrp="1"/>
          </p:cNvSpPr>
          <p:nvPr>
            <p:ph type="subTitle" idx="4"/>
          </p:nvPr>
        </p:nvSpPr>
        <p:spPr>
          <a:xfrm>
            <a:off x="5778599" y="2739841"/>
            <a:ext cx="2108400" cy="895200"/>
          </a:xfrm>
          <a:prstGeom prst="rect">
            <a:avLst/>
          </a:prstGeom>
        </p:spPr>
        <p:txBody>
          <a:bodyPr spcFirstLastPara="1" wrap="square" lIns="91425" tIns="91425" rIns="91425" bIns="91425" anchor="t" anchorCtr="0">
            <a:noAutofit/>
          </a:bodyPr>
          <a:lstStyle/>
          <a:p>
            <a:pPr marL="0" lvl="0" indent="0"/>
            <a:r>
              <a:rPr lang="ar-PS" sz="1600" dirty="0"/>
              <a:t>ربط الباحثين عن العمل بالمؤسسات والشركات التي تحتاج إلى الكفاءات.</a:t>
            </a:r>
            <a:endParaRPr sz="1600" dirty="0"/>
          </a:p>
        </p:txBody>
      </p:sp>
      <p:grpSp>
        <p:nvGrpSpPr>
          <p:cNvPr id="1007" name="Google Shape;1007;p34"/>
          <p:cNvGrpSpPr/>
          <p:nvPr/>
        </p:nvGrpSpPr>
        <p:grpSpPr>
          <a:xfrm>
            <a:off x="6718601" y="2113453"/>
            <a:ext cx="361194" cy="359355"/>
            <a:chOff x="4147908" y="2303017"/>
            <a:chExt cx="361194" cy="359355"/>
          </a:xfrm>
        </p:grpSpPr>
        <p:sp>
          <p:nvSpPr>
            <p:cNvPr id="1008" name="Google Shape;1008;p34"/>
            <p:cNvSpPr/>
            <p:nvPr/>
          </p:nvSpPr>
          <p:spPr>
            <a:xfrm>
              <a:off x="4147908" y="2365861"/>
              <a:ext cx="296511" cy="296511"/>
            </a:xfrm>
            <a:custGeom>
              <a:avLst/>
              <a:gdLst/>
              <a:ahLst/>
              <a:cxnLst/>
              <a:rect l="l" t="t" r="r" b="b"/>
              <a:pathLst>
                <a:path w="11286" h="11286" extrusionOk="0">
                  <a:moveTo>
                    <a:pt x="5639" y="0"/>
                  </a:moveTo>
                  <a:cubicBezTo>
                    <a:pt x="2525" y="0"/>
                    <a:pt x="0" y="2525"/>
                    <a:pt x="0" y="5646"/>
                  </a:cubicBezTo>
                  <a:cubicBezTo>
                    <a:pt x="0" y="8760"/>
                    <a:pt x="2525" y="11285"/>
                    <a:pt x="5639" y="11285"/>
                  </a:cubicBezTo>
                  <a:cubicBezTo>
                    <a:pt x="8761" y="11285"/>
                    <a:pt x="11285" y="8760"/>
                    <a:pt x="11285" y="5646"/>
                  </a:cubicBezTo>
                  <a:cubicBezTo>
                    <a:pt x="11285" y="2525"/>
                    <a:pt x="8761" y="0"/>
                    <a:pt x="563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4296059" y="2508179"/>
              <a:ext cx="148361" cy="11875"/>
            </a:xfrm>
            <a:custGeom>
              <a:avLst/>
              <a:gdLst/>
              <a:ahLst/>
              <a:cxnLst/>
              <a:rect l="l" t="t" r="r" b="b"/>
              <a:pathLst>
                <a:path w="5647" h="452" extrusionOk="0">
                  <a:moveTo>
                    <a:pt x="0" y="0"/>
                  </a:moveTo>
                  <a:lnTo>
                    <a:pt x="0" y="451"/>
                  </a:lnTo>
                  <a:lnTo>
                    <a:pt x="5639" y="451"/>
                  </a:lnTo>
                  <a:cubicBezTo>
                    <a:pt x="5639" y="375"/>
                    <a:pt x="5646" y="305"/>
                    <a:pt x="5646" y="229"/>
                  </a:cubicBezTo>
                  <a:cubicBezTo>
                    <a:pt x="5646" y="153"/>
                    <a:pt x="5646" y="76"/>
                    <a:pt x="5639"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4"/>
            <p:cNvSpPr/>
            <p:nvPr/>
          </p:nvSpPr>
          <p:spPr>
            <a:xfrm>
              <a:off x="4420695" y="2303017"/>
              <a:ext cx="88407" cy="86542"/>
            </a:xfrm>
            <a:custGeom>
              <a:avLst/>
              <a:gdLst/>
              <a:ahLst/>
              <a:cxnLst/>
              <a:rect l="l" t="t" r="r" b="b"/>
              <a:pathLst>
                <a:path w="3365" h="3294" extrusionOk="0">
                  <a:moveTo>
                    <a:pt x="2029" y="0"/>
                  </a:moveTo>
                  <a:cubicBezTo>
                    <a:pt x="1974" y="0"/>
                    <a:pt x="1918" y="21"/>
                    <a:pt x="1873" y="68"/>
                  </a:cubicBezTo>
                  <a:lnTo>
                    <a:pt x="202" y="1740"/>
                  </a:lnTo>
                  <a:cubicBezTo>
                    <a:pt x="70" y="1865"/>
                    <a:pt x="1" y="2038"/>
                    <a:pt x="1" y="2219"/>
                  </a:cubicBezTo>
                  <a:lnTo>
                    <a:pt x="1" y="3294"/>
                  </a:lnTo>
                  <a:lnTo>
                    <a:pt x="1069" y="3294"/>
                  </a:lnTo>
                  <a:cubicBezTo>
                    <a:pt x="1249" y="3294"/>
                    <a:pt x="1423" y="3224"/>
                    <a:pt x="1547" y="3099"/>
                  </a:cubicBezTo>
                  <a:lnTo>
                    <a:pt x="3226" y="1421"/>
                  </a:lnTo>
                  <a:cubicBezTo>
                    <a:pt x="3365" y="1282"/>
                    <a:pt x="3268" y="1039"/>
                    <a:pt x="3066" y="1039"/>
                  </a:cubicBezTo>
                  <a:lnTo>
                    <a:pt x="2255" y="1039"/>
                  </a:lnTo>
                  <a:lnTo>
                    <a:pt x="2255" y="228"/>
                  </a:lnTo>
                  <a:cubicBezTo>
                    <a:pt x="2255" y="92"/>
                    <a:pt x="2144" y="0"/>
                    <a:pt x="20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4"/>
            <p:cNvSpPr/>
            <p:nvPr/>
          </p:nvSpPr>
          <p:spPr>
            <a:xfrm>
              <a:off x="4420695" y="2303017"/>
              <a:ext cx="59376" cy="86542"/>
            </a:xfrm>
            <a:custGeom>
              <a:avLst/>
              <a:gdLst/>
              <a:ahLst/>
              <a:cxnLst/>
              <a:rect l="l" t="t" r="r" b="b"/>
              <a:pathLst>
                <a:path w="2260" h="3294" extrusionOk="0">
                  <a:moveTo>
                    <a:pt x="2031" y="0"/>
                  </a:moveTo>
                  <a:cubicBezTo>
                    <a:pt x="1975" y="0"/>
                    <a:pt x="1918" y="21"/>
                    <a:pt x="1873" y="68"/>
                  </a:cubicBezTo>
                  <a:lnTo>
                    <a:pt x="202" y="1740"/>
                  </a:lnTo>
                  <a:cubicBezTo>
                    <a:pt x="70" y="1865"/>
                    <a:pt x="1" y="2038"/>
                    <a:pt x="1" y="2219"/>
                  </a:cubicBezTo>
                  <a:lnTo>
                    <a:pt x="1" y="3294"/>
                  </a:lnTo>
                  <a:lnTo>
                    <a:pt x="2255" y="1039"/>
                  </a:lnTo>
                  <a:lnTo>
                    <a:pt x="2255" y="228"/>
                  </a:lnTo>
                  <a:cubicBezTo>
                    <a:pt x="2260" y="92"/>
                    <a:pt x="2147" y="0"/>
                    <a:pt x="20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4"/>
            <p:cNvSpPr/>
            <p:nvPr/>
          </p:nvSpPr>
          <p:spPr>
            <a:xfrm>
              <a:off x="4183429" y="2401382"/>
              <a:ext cx="225444" cy="225444"/>
            </a:xfrm>
            <a:custGeom>
              <a:avLst/>
              <a:gdLst/>
              <a:ahLst/>
              <a:cxnLst/>
              <a:rect l="l" t="t" r="r" b="b"/>
              <a:pathLst>
                <a:path w="8581" h="8581" extrusionOk="0">
                  <a:moveTo>
                    <a:pt x="4287" y="1"/>
                  </a:moveTo>
                  <a:cubicBezTo>
                    <a:pt x="1922" y="1"/>
                    <a:pt x="1" y="1922"/>
                    <a:pt x="1" y="4294"/>
                  </a:cubicBezTo>
                  <a:cubicBezTo>
                    <a:pt x="1" y="6659"/>
                    <a:pt x="1922" y="8581"/>
                    <a:pt x="4287" y="8581"/>
                  </a:cubicBezTo>
                  <a:cubicBezTo>
                    <a:pt x="6659" y="8581"/>
                    <a:pt x="8581" y="6659"/>
                    <a:pt x="8581" y="4294"/>
                  </a:cubicBezTo>
                  <a:cubicBezTo>
                    <a:pt x="8581" y="1922"/>
                    <a:pt x="6659" y="1"/>
                    <a:pt x="42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4"/>
            <p:cNvSpPr/>
            <p:nvPr/>
          </p:nvSpPr>
          <p:spPr>
            <a:xfrm>
              <a:off x="4296059" y="2508179"/>
              <a:ext cx="112814" cy="11875"/>
            </a:xfrm>
            <a:custGeom>
              <a:avLst/>
              <a:gdLst/>
              <a:ahLst/>
              <a:cxnLst/>
              <a:rect l="l" t="t" r="r" b="b"/>
              <a:pathLst>
                <a:path w="4294" h="452" extrusionOk="0">
                  <a:moveTo>
                    <a:pt x="0" y="0"/>
                  </a:moveTo>
                  <a:lnTo>
                    <a:pt x="0" y="451"/>
                  </a:lnTo>
                  <a:lnTo>
                    <a:pt x="4280" y="451"/>
                  </a:lnTo>
                  <a:cubicBezTo>
                    <a:pt x="4280" y="375"/>
                    <a:pt x="4294" y="305"/>
                    <a:pt x="4294" y="229"/>
                  </a:cubicBezTo>
                  <a:cubicBezTo>
                    <a:pt x="4294" y="153"/>
                    <a:pt x="4287" y="76"/>
                    <a:pt x="4280"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p:nvPr/>
          </p:nvSpPr>
          <p:spPr>
            <a:xfrm>
              <a:off x="4213143" y="2431096"/>
              <a:ext cx="166042" cy="166042"/>
            </a:xfrm>
            <a:custGeom>
              <a:avLst/>
              <a:gdLst/>
              <a:ahLst/>
              <a:cxnLst/>
              <a:rect l="l" t="t" r="r" b="b"/>
              <a:pathLst>
                <a:path w="6320" h="6320" extrusionOk="0">
                  <a:moveTo>
                    <a:pt x="3156" y="0"/>
                  </a:moveTo>
                  <a:cubicBezTo>
                    <a:pt x="1415" y="0"/>
                    <a:pt x="0" y="1415"/>
                    <a:pt x="0" y="3163"/>
                  </a:cubicBezTo>
                  <a:cubicBezTo>
                    <a:pt x="0" y="4904"/>
                    <a:pt x="1415" y="6319"/>
                    <a:pt x="3156" y="6319"/>
                  </a:cubicBezTo>
                  <a:cubicBezTo>
                    <a:pt x="4904" y="6319"/>
                    <a:pt x="6319" y="4904"/>
                    <a:pt x="6319" y="3163"/>
                  </a:cubicBezTo>
                  <a:cubicBezTo>
                    <a:pt x="6319" y="1415"/>
                    <a:pt x="4904" y="0"/>
                    <a:pt x="3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4"/>
            <p:cNvSpPr/>
            <p:nvPr/>
          </p:nvSpPr>
          <p:spPr>
            <a:xfrm>
              <a:off x="4296059" y="2508179"/>
              <a:ext cx="83126" cy="11875"/>
            </a:xfrm>
            <a:custGeom>
              <a:avLst/>
              <a:gdLst/>
              <a:ahLst/>
              <a:cxnLst/>
              <a:rect l="l" t="t" r="r" b="b"/>
              <a:pathLst>
                <a:path w="3164" h="452" extrusionOk="0">
                  <a:moveTo>
                    <a:pt x="0" y="0"/>
                  </a:moveTo>
                  <a:lnTo>
                    <a:pt x="0" y="451"/>
                  </a:lnTo>
                  <a:lnTo>
                    <a:pt x="3149" y="451"/>
                  </a:lnTo>
                  <a:cubicBezTo>
                    <a:pt x="3156" y="375"/>
                    <a:pt x="3163" y="305"/>
                    <a:pt x="3163" y="229"/>
                  </a:cubicBezTo>
                  <a:cubicBezTo>
                    <a:pt x="3163" y="153"/>
                    <a:pt x="3156" y="76"/>
                    <a:pt x="3149"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4248663" y="2466616"/>
              <a:ext cx="94975" cy="94975"/>
            </a:xfrm>
            <a:custGeom>
              <a:avLst/>
              <a:gdLst/>
              <a:ahLst/>
              <a:cxnLst/>
              <a:rect l="l" t="t" r="r" b="b"/>
              <a:pathLst>
                <a:path w="3615" h="3615" extrusionOk="0">
                  <a:moveTo>
                    <a:pt x="1804" y="1"/>
                  </a:moveTo>
                  <a:cubicBezTo>
                    <a:pt x="812" y="1"/>
                    <a:pt x="1" y="812"/>
                    <a:pt x="1" y="1811"/>
                  </a:cubicBezTo>
                  <a:cubicBezTo>
                    <a:pt x="1" y="2803"/>
                    <a:pt x="812" y="3614"/>
                    <a:pt x="1804" y="3614"/>
                  </a:cubicBezTo>
                  <a:cubicBezTo>
                    <a:pt x="2803" y="3614"/>
                    <a:pt x="3615" y="2803"/>
                    <a:pt x="3615" y="1811"/>
                  </a:cubicBezTo>
                  <a:cubicBezTo>
                    <a:pt x="3615" y="812"/>
                    <a:pt x="2803" y="1"/>
                    <a:pt x="18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4"/>
            <p:cNvSpPr/>
            <p:nvPr/>
          </p:nvSpPr>
          <p:spPr>
            <a:xfrm>
              <a:off x="4296059" y="2508179"/>
              <a:ext cx="47763" cy="11875"/>
            </a:xfrm>
            <a:custGeom>
              <a:avLst/>
              <a:gdLst/>
              <a:ahLst/>
              <a:cxnLst/>
              <a:rect l="l" t="t" r="r" b="b"/>
              <a:pathLst>
                <a:path w="1818" h="452" extrusionOk="0">
                  <a:moveTo>
                    <a:pt x="0" y="0"/>
                  </a:moveTo>
                  <a:lnTo>
                    <a:pt x="0" y="451"/>
                  </a:lnTo>
                  <a:lnTo>
                    <a:pt x="1797" y="451"/>
                  </a:lnTo>
                  <a:cubicBezTo>
                    <a:pt x="1818" y="305"/>
                    <a:pt x="1818" y="153"/>
                    <a:pt x="1797" y="0"/>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p:nvPr/>
          </p:nvSpPr>
          <p:spPr>
            <a:xfrm>
              <a:off x="4278377" y="2496330"/>
              <a:ext cx="35547" cy="35547"/>
            </a:xfrm>
            <a:custGeom>
              <a:avLst/>
              <a:gdLst/>
              <a:ahLst/>
              <a:cxnLst/>
              <a:rect l="l" t="t" r="r" b="b"/>
              <a:pathLst>
                <a:path w="1353" h="1353" extrusionOk="0">
                  <a:moveTo>
                    <a:pt x="673" y="0"/>
                  </a:moveTo>
                  <a:cubicBezTo>
                    <a:pt x="299" y="0"/>
                    <a:pt x="0" y="306"/>
                    <a:pt x="0" y="680"/>
                  </a:cubicBezTo>
                  <a:cubicBezTo>
                    <a:pt x="0" y="1055"/>
                    <a:pt x="299" y="1353"/>
                    <a:pt x="673" y="1353"/>
                  </a:cubicBezTo>
                  <a:cubicBezTo>
                    <a:pt x="1048" y="1353"/>
                    <a:pt x="1353" y="1055"/>
                    <a:pt x="1353" y="680"/>
                  </a:cubicBezTo>
                  <a:cubicBezTo>
                    <a:pt x="1353" y="306"/>
                    <a:pt x="1048" y="0"/>
                    <a:pt x="6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4"/>
            <p:cNvSpPr/>
            <p:nvPr/>
          </p:nvSpPr>
          <p:spPr>
            <a:xfrm>
              <a:off x="4296059" y="2508179"/>
              <a:ext cx="18233" cy="11875"/>
            </a:xfrm>
            <a:custGeom>
              <a:avLst/>
              <a:gdLst/>
              <a:ahLst/>
              <a:cxnLst/>
              <a:rect l="l" t="t" r="r" b="b"/>
              <a:pathLst>
                <a:path w="694" h="452" extrusionOk="0">
                  <a:moveTo>
                    <a:pt x="0" y="0"/>
                  </a:moveTo>
                  <a:lnTo>
                    <a:pt x="0" y="451"/>
                  </a:lnTo>
                  <a:lnTo>
                    <a:pt x="638" y="451"/>
                  </a:lnTo>
                  <a:cubicBezTo>
                    <a:pt x="694" y="305"/>
                    <a:pt x="694" y="146"/>
                    <a:pt x="638" y="0"/>
                  </a:cubicBez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4"/>
            <p:cNvSpPr/>
            <p:nvPr/>
          </p:nvSpPr>
          <p:spPr>
            <a:xfrm>
              <a:off x="4287678" y="2480094"/>
              <a:ext cx="42483" cy="40013"/>
            </a:xfrm>
            <a:custGeom>
              <a:avLst/>
              <a:gdLst/>
              <a:ahLst/>
              <a:cxnLst/>
              <a:rect l="l" t="t" r="r" b="b"/>
              <a:pathLst>
                <a:path w="1617" h="1523" extrusionOk="0">
                  <a:moveTo>
                    <a:pt x="1297" y="1"/>
                  </a:moveTo>
                  <a:lnTo>
                    <a:pt x="160" y="1132"/>
                  </a:lnTo>
                  <a:cubicBezTo>
                    <a:pt x="0" y="1296"/>
                    <a:pt x="150" y="1522"/>
                    <a:pt x="323" y="1522"/>
                  </a:cubicBezTo>
                  <a:cubicBezTo>
                    <a:pt x="375" y="1522"/>
                    <a:pt x="430" y="1501"/>
                    <a:pt x="479" y="1451"/>
                  </a:cubicBezTo>
                  <a:lnTo>
                    <a:pt x="1616" y="320"/>
                  </a:lnTo>
                  <a:lnTo>
                    <a:pt x="12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4"/>
            <p:cNvSpPr/>
            <p:nvPr/>
          </p:nvSpPr>
          <p:spPr>
            <a:xfrm>
              <a:off x="4314817" y="2315313"/>
              <a:ext cx="182568" cy="178128"/>
            </a:xfrm>
            <a:custGeom>
              <a:avLst/>
              <a:gdLst/>
              <a:ahLst/>
              <a:cxnLst/>
              <a:rect l="l" t="t" r="r" b="b"/>
              <a:pathLst>
                <a:path w="6949" h="6780" extrusionOk="0">
                  <a:moveTo>
                    <a:pt x="6625" y="1"/>
                  </a:moveTo>
                  <a:cubicBezTo>
                    <a:pt x="6572" y="1"/>
                    <a:pt x="6516" y="22"/>
                    <a:pt x="6465" y="72"/>
                  </a:cubicBezTo>
                  <a:lnTo>
                    <a:pt x="146" y="6391"/>
                  </a:lnTo>
                  <a:cubicBezTo>
                    <a:pt x="1" y="6537"/>
                    <a:pt x="105" y="6779"/>
                    <a:pt x="306" y="6779"/>
                  </a:cubicBezTo>
                  <a:cubicBezTo>
                    <a:pt x="368" y="6772"/>
                    <a:pt x="424" y="6752"/>
                    <a:pt x="465" y="6710"/>
                  </a:cubicBezTo>
                  <a:lnTo>
                    <a:pt x="6784" y="391"/>
                  </a:lnTo>
                  <a:cubicBezTo>
                    <a:pt x="6949" y="226"/>
                    <a:pt x="6800" y="1"/>
                    <a:pt x="66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 name="Google Shape;1022;p34"/>
          <p:cNvGrpSpPr/>
          <p:nvPr/>
        </p:nvGrpSpPr>
        <p:grpSpPr>
          <a:xfrm>
            <a:off x="2135092" y="2194957"/>
            <a:ext cx="345720" cy="345720"/>
            <a:chOff x="6129718" y="1651363"/>
            <a:chExt cx="345720" cy="345720"/>
          </a:xfrm>
        </p:grpSpPr>
        <p:sp>
          <p:nvSpPr>
            <p:cNvPr id="1023" name="Google Shape;1023;p34"/>
            <p:cNvSpPr/>
            <p:nvPr/>
          </p:nvSpPr>
          <p:spPr>
            <a:xfrm>
              <a:off x="6129718" y="1651363"/>
              <a:ext cx="345720" cy="345720"/>
            </a:xfrm>
            <a:custGeom>
              <a:avLst/>
              <a:gdLst/>
              <a:ahLst/>
              <a:cxnLst/>
              <a:rect l="l" t="t" r="r" b="b"/>
              <a:pathLst>
                <a:path w="13159" h="13159" extrusionOk="0">
                  <a:moveTo>
                    <a:pt x="6583" y="1"/>
                  </a:moveTo>
                  <a:cubicBezTo>
                    <a:pt x="2949" y="1"/>
                    <a:pt x="1" y="2942"/>
                    <a:pt x="1" y="6576"/>
                  </a:cubicBezTo>
                  <a:cubicBezTo>
                    <a:pt x="1" y="10211"/>
                    <a:pt x="2949" y="13159"/>
                    <a:pt x="6583" y="13159"/>
                  </a:cubicBezTo>
                  <a:cubicBezTo>
                    <a:pt x="10218" y="13159"/>
                    <a:pt x="13159" y="10211"/>
                    <a:pt x="13159" y="6576"/>
                  </a:cubicBezTo>
                  <a:cubicBezTo>
                    <a:pt x="13159" y="2942"/>
                    <a:pt x="10218" y="1"/>
                    <a:pt x="6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4"/>
            <p:cNvSpPr/>
            <p:nvPr/>
          </p:nvSpPr>
          <p:spPr>
            <a:xfrm>
              <a:off x="6155596" y="1677242"/>
              <a:ext cx="293963" cy="293963"/>
            </a:xfrm>
            <a:custGeom>
              <a:avLst/>
              <a:gdLst/>
              <a:ahLst/>
              <a:cxnLst/>
              <a:rect l="l" t="t" r="r" b="b"/>
              <a:pathLst>
                <a:path w="11189" h="11189" extrusionOk="0">
                  <a:moveTo>
                    <a:pt x="5598" y="1"/>
                  </a:moveTo>
                  <a:cubicBezTo>
                    <a:pt x="2505" y="1"/>
                    <a:pt x="1" y="2504"/>
                    <a:pt x="1" y="5591"/>
                  </a:cubicBezTo>
                  <a:cubicBezTo>
                    <a:pt x="1" y="8685"/>
                    <a:pt x="2505" y="11189"/>
                    <a:pt x="5598" y="11189"/>
                  </a:cubicBezTo>
                  <a:cubicBezTo>
                    <a:pt x="8685" y="11189"/>
                    <a:pt x="11189" y="8685"/>
                    <a:pt x="11189" y="5591"/>
                  </a:cubicBezTo>
                  <a:cubicBezTo>
                    <a:pt x="11189" y="2504"/>
                    <a:pt x="8685" y="1"/>
                    <a:pt x="55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4"/>
            <p:cNvSpPr/>
            <p:nvPr/>
          </p:nvSpPr>
          <p:spPr>
            <a:xfrm>
              <a:off x="6297389" y="1697550"/>
              <a:ext cx="10404" cy="131888"/>
            </a:xfrm>
            <a:custGeom>
              <a:avLst/>
              <a:gdLst/>
              <a:ahLst/>
              <a:cxnLst/>
              <a:rect l="l" t="t" r="r" b="b"/>
              <a:pathLst>
                <a:path w="396" h="5020" extrusionOk="0">
                  <a:moveTo>
                    <a:pt x="198" y="1"/>
                  </a:moveTo>
                  <a:cubicBezTo>
                    <a:pt x="99" y="1"/>
                    <a:pt x="0" y="67"/>
                    <a:pt x="0" y="199"/>
                  </a:cubicBezTo>
                  <a:lnTo>
                    <a:pt x="0" y="4818"/>
                  </a:lnTo>
                  <a:cubicBezTo>
                    <a:pt x="0" y="4929"/>
                    <a:pt x="90" y="5019"/>
                    <a:pt x="201" y="5019"/>
                  </a:cubicBezTo>
                  <a:cubicBezTo>
                    <a:pt x="305" y="5019"/>
                    <a:pt x="395" y="4929"/>
                    <a:pt x="395" y="4818"/>
                  </a:cubicBezTo>
                  <a:lnTo>
                    <a:pt x="395" y="199"/>
                  </a:lnTo>
                  <a:cubicBezTo>
                    <a:pt x="395" y="67"/>
                    <a:pt x="297" y="1"/>
                    <a:pt x="1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4"/>
            <p:cNvSpPr/>
            <p:nvPr/>
          </p:nvSpPr>
          <p:spPr>
            <a:xfrm>
              <a:off x="6295550" y="1819008"/>
              <a:ext cx="135435" cy="10430"/>
            </a:xfrm>
            <a:custGeom>
              <a:avLst/>
              <a:gdLst/>
              <a:ahLst/>
              <a:cxnLst/>
              <a:rect l="l" t="t" r="r" b="b"/>
              <a:pathLst>
                <a:path w="5155" h="397" extrusionOk="0">
                  <a:moveTo>
                    <a:pt x="271" y="1"/>
                  </a:moveTo>
                  <a:cubicBezTo>
                    <a:pt x="1" y="1"/>
                    <a:pt x="1" y="396"/>
                    <a:pt x="271" y="396"/>
                  </a:cubicBezTo>
                  <a:lnTo>
                    <a:pt x="4891" y="396"/>
                  </a:lnTo>
                  <a:cubicBezTo>
                    <a:pt x="5154" y="396"/>
                    <a:pt x="5154" y="1"/>
                    <a:pt x="48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4"/>
            <p:cNvSpPr/>
            <p:nvPr/>
          </p:nvSpPr>
          <p:spPr>
            <a:xfrm>
              <a:off x="6191879" y="1713498"/>
              <a:ext cx="275178" cy="257970"/>
            </a:xfrm>
            <a:custGeom>
              <a:avLst/>
              <a:gdLst/>
              <a:ahLst/>
              <a:cxnLst/>
              <a:rect l="l" t="t" r="r" b="b"/>
              <a:pathLst>
                <a:path w="10474" h="9819" extrusionOk="0">
                  <a:moveTo>
                    <a:pt x="7893" y="1"/>
                  </a:moveTo>
                  <a:cubicBezTo>
                    <a:pt x="9815" y="2213"/>
                    <a:pt x="9697" y="5543"/>
                    <a:pt x="7623" y="7617"/>
                  </a:cubicBezTo>
                  <a:cubicBezTo>
                    <a:pt x="6532" y="8704"/>
                    <a:pt x="5100" y="9254"/>
                    <a:pt x="3664" y="9254"/>
                  </a:cubicBezTo>
                  <a:cubicBezTo>
                    <a:pt x="2361" y="9254"/>
                    <a:pt x="1056" y="8801"/>
                    <a:pt x="0" y="7887"/>
                  </a:cubicBezTo>
                  <a:lnTo>
                    <a:pt x="0" y="7887"/>
                  </a:lnTo>
                  <a:cubicBezTo>
                    <a:pt x="1112" y="9170"/>
                    <a:pt x="2669" y="9818"/>
                    <a:pt x="4229" y="9818"/>
                  </a:cubicBezTo>
                  <a:cubicBezTo>
                    <a:pt x="5657" y="9818"/>
                    <a:pt x="7088" y="9275"/>
                    <a:pt x="8185" y="8179"/>
                  </a:cubicBezTo>
                  <a:cubicBezTo>
                    <a:pt x="10474" y="5883"/>
                    <a:pt x="10342" y="2123"/>
                    <a:pt x="7893" y="1"/>
                  </a:cubicBezTo>
                  <a:close/>
                </a:path>
              </a:pathLst>
            </a:custGeom>
            <a:solidFill>
              <a:srgbClr val="0D0D0D">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4"/>
            <p:cNvSpPr/>
            <p:nvPr/>
          </p:nvSpPr>
          <p:spPr>
            <a:xfrm>
              <a:off x="6174197" y="1819008"/>
              <a:ext cx="21333" cy="10430"/>
            </a:xfrm>
            <a:custGeom>
              <a:avLst/>
              <a:gdLst/>
              <a:ahLst/>
              <a:cxnLst/>
              <a:rect l="l" t="t" r="r" b="b"/>
              <a:pathLst>
                <a:path w="812" h="397" extrusionOk="0">
                  <a:moveTo>
                    <a:pt x="264" y="1"/>
                  </a:moveTo>
                  <a:cubicBezTo>
                    <a:pt x="0" y="1"/>
                    <a:pt x="0" y="396"/>
                    <a:pt x="264" y="396"/>
                  </a:cubicBezTo>
                  <a:lnTo>
                    <a:pt x="548" y="396"/>
                  </a:lnTo>
                  <a:cubicBezTo>
                    <a:pt x="812" y="396"/>
                    <a:pt x="812" y="1"/>
                    <a:pt x="5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4"/>
            <p:cNvSpPr/>
            <p:nvPr/>
          </p:nvSpPr>
          <p:spPr>
            <a:xfrm>
              <a:off x="6297389" y="1933004"/>
              <a:ext cx="10404" cy="17970"/>
            </a:xfrm>
            <a:custGeom>
              <a:avLst/>
              <a:gdLst/>
              <a:ahLst/>
              <a:cxnLst/>
              <a:rect l="l" t="t" r="r" b="b"/>
              <a:pathLst>
                <a:path w="396" h="684" extrusionOk="0">
                  <a:moveTo>
                    <a:pt x="198" y="0"/>
                  </a:moveTo>
                  <a:cubicBezTo>
                    <a:pt x="99" y="0"/>
                    <a:pt x="0" y="66"/>
                    <a:pt x="0" y="198"/>
                  </a:cubicBezTo>
                  <a:lnTo>
                    <a:pt x="0" y="483"/>
                  </a:lnTo>
                  <a:cubicBezTo>
                    <a:pt x="0" y="594"/>
                    <a:pt x="90" y="684"/>
                    <a:pt x="201" y="684"/>
                  </a:cubicBezTo>
                  <a:cubicBezTo>
                    <a:pt x="305" y="684"/>
                    <a:pt x="395" y="594"/>
                    <a:pt x="395" y="483"/>
                  </a:cubicBezTo>
                  <a:lnTo>
                    <a:pt x="395" y="198"/>
                  </a:lnTo>
                  <a:cubicBezTo>
                    <a:pt x="395" y="66"/>
                    <a:pt x="297" y="0"/>
                    <a:pt x="1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4"/>
            <p:cNvSpPr/>
            <p:nvPr/>
          </p:nvSpPr>
          <p:spPr>
            <a:xfrm>
              <a:off x="6209245" y="1733018"/>
              <a:ext cx="19836" cy="15869"/>
            </a:xfrm>
            <a:custGeom>
              <a:avLst/>
              <a:gdLst/>
              <a:ahLst/>
              <a:cxnLst/>
              <a:rect l="l" t="t" r="r" b="b"/>
              <a:pathLst>
                <a:path w="755" h="604" extrusionOk="0">
                  <a:moveTo>
                    <a:pt x="285" y="0"/>
                  </a:moveTo>
                  <a:cubicBezTo>
                    <a:pt x="133" y="0"/>
                    <a:pt x="0" y="196"/>
                    <a:pt x="144" y="340"/>
                  </a:cubicBezTo>
                  <a:lnTo>
                    <a:pt x="345" y="541"/>
                  </a:lnTo>
                  <a:cubicBezTo>
                    <a:pt x="379" y="583"/>
                    <a:pt x="435" y="603"/>
                    <a:pt x="484" y="603"/>
                  </a:cubicBezTo>
                  <a:cubicBezTo>
                    <a:pt x="664" y="603"/>
                    <a:pt x="754" y="388"/>
                    <a:pt x="629" y="264"/>
                  </a:cubicBezTo>
                  <a:lnTo>
                    <a:pt x="421" y="62"/>
                  </a:lnTo>
                  <a:cubicBezTo>
                    <a:pt x="379" y="19"/>
                    <a:pt x="331" y="0"/>
                    <a:pt x="2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4"/>
            <p:cNvSpPr/>
            <p:nvPr/>
          </p:nvSpPr>
          <p:spPr>
            <a:xfrm>
              <a:off x="6375786" y="1899402"/>
              <a:ext cx="19652" cy="15869"/>
            </a:xfrm>
            <a:custGeom>
              <a:avLst/>
              <a:gdLst/>
              <a:ahLst/>
              <a:cxnLst/>
              <a:rect l="l" t="t" r="r" b="b"/>
              <a:pathLst>
                <a:path w="748" h="604" extrusionOk="0">
                  <a:moveTo>
                    <a:pt x="285" y="1"/>
                  </a:moveTo>
                  <a:cubicBezTo>
                    <a:pt x="131" y="1"/>
                    <a:pt x="0" y="202"/>
                    <a:pt x="144" y="347"/>
                  </a:cubicBezTo>
                  <a:lnTo>
                    <a:pt x="345" y="548"/>
                  </a:lnTo>
                  <a:cubicBezTo>
                    <a:pt x="380" y="582"/>
                    <a:pt x="429" y="603"/>
                    <a:pt x="484" y="603"/>
                  </a:cubicBezTo>
                  <a:cubicBezTo>
                    <a:pt x="658" y="603"/>
                    <a:pt x="748" y="388"/>
                    <a:pt x="623" y="263"/>
                  </a:cubicBezTo>
                  <a:lnTo>
                    <a:pt x="422" y="62"/>
                  </a:lnTo>
                  <a:cubicBezTo>
                    <a:pt x="379" y="19"/>
                    <a:pt x="331" y="1"/>
                    <a:pt x="2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4"/>
            <p:cNvSpPr/>
            <p:nvPr/>
          </p:nvSpPr>
          <p:spPr>
            <a:xfrm>
              <a:off x="6376285" y="1733018"/>
              <a:ext cx="19652" cy="15869"/>
            </a:xfrm>
            <a:custGeom>
              <a:avLst/>
              <a:gdLst/>
              <a:ahLst/>
              <a:cxnLst/>
              <a:rect l="l" t="t" r="r" b="b"/>
              <a:pathLst>
                <a:path w="748" h="604" extrusionOk="0">
                  <a:moveTo>
                    <a:pt x="466" y="0"/>
                  </a:moveTo>
                  <a:cubicBezTo>
                    <a:pt x="419" y="0"/>
                    <a:pt x="370" y="19"/>
                    <a:pt x="326" y="62"/>
                  </a:cubicBezTo>
                  <a:lnTo>
                    <a:pt x="125" y="264"/>
                  </a:lnTo>
                  <a:cubicBezTo>
                    <a:pt x="0" y="388"/>
                    <a:pt x="84" y="603"/>
                    <a:pt x="264" y="603"/>
                  </a:cubicBezTo>
                  <a:cubicBezTo>
                    <a:pt x="313" y="603"/>
                    <a:pt x="368" y="583"/>
                    <a:pt x="403" y="541"/>
                  </a:cubicBezTo>
                  <a:lnTo>
                    <a:pt x="604" y="340"/>
                  </a:lnTo>
                  <a:cubicBezTo>
                    <a:pt x="747" y="196"/>
                    <a:pt x="618" y="0"/>
                    <a:pt x="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4"/>
            <p:cNvSpPr/>
            <p:nvPr/>
          </p:nvSpPr>
          <p:spPr>
            <a:xfrm>
              <a:off x="6209718" y="1899402"/>
              <a:ext cx="19862" cy="15869"/>
            </a:xfrm>
            <a:custGeom>
              <a:avLst/>
              <a:gdLst/>
              <a:ahLst/>
              <a:cxnLst/>
              <a:rect l="l" t="t" r="r" b="b"/>
              <a:pathLst>
                <a:path w="756" h="604" extrusionOk="0">
                  <a:moveTo>
                    <a:pt x="465" y="1"/>
                  </a:moveTo>
                  <a:cubicBezTo>
                    <a:pt x="418" y="1"/>
                    <a:pt x="370" y="19"/>
                    <a:pt x="327" y="62"/>
                  </a:cubicBezTo>
                  <a:lnTo>
                    <a:pt x="126" y="263"/>
                  </a:lnTo>
                  <a:cubicBezTo>
                    <a:pt x="1" y="388"/>
                    <a:pt x="91" y="603"/>
                    <a:pt x="264" y="603"/>
                  </a:cubicBezTo>
                  <a:cubicBezTo>
                    <a:pt x="320" y="603"/>
                    <a:pt x="368" y="582"/>
                    <a:pt x="403" y="548"/>
                  </a:cubicBezTo>
                  <a:lnTo>
                    <a:pt x="611" y="347"/>
                  </a:lnTo>
                  <a:cubicBezTo>
                    <a:pt x="755" y="202"/>
                    <a:pt x="620" y="1"/>
                    <a:pt x="4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4"/>
            <p:cNvSpPr/>
            <p:nvPr/>
          </p:nvSpPr>
          <p:spPr>
            <a:xfrm>
              <a:off x="6183156" y="1771350"/>
              <a:ext cx="21859" cy="13425"/>
            </a:xfrm>
            <a:custGeom>
              <a:avLst/>
              <a:gdLst/>
              <a:ahLst/>
              <a:cxnLst/>
              <a:rect l="l" t="t" r="r" b="b"/>
              <a:pathLst>
                <a:path w="832" h="511" extrusionOk="0">
                  <a:moveTo>
                    <a:pt x="289" y="0"/>
                  </a:moveTo>
                  <a:cubicBezTo>
                    <a:pt x="98" y="0"/>
                    <a:pt x="1" y="295"/>
                    <a:pt x="214" y="386"/>
                  </a:cubicBezTo>
                  <a:lnTo>
                    <a:pt x="478" y="497"/>
                  </a:lnTo>
                  <a:cubicBezTo>
                    <a:pt x="499" y="504"/>
                    <a:pt x="526" y="511"/>
                    <a:pt x="554" y="511"/>
                  </a:cubicBezTo>
                  <a:cubicBezTo>
                    <a:pt x="769" y="511"/>
                    <a:pt x="831" y="213"/>
                    <a:pt x="630" y="129"/>
                  </a:cubicBezTo>
                  <a:lnTo>
                    <a:pt x="374" y="18"/>
                  </a:lnTo>
                  <a:cubicBezTo>
                    <a:pt x="344" y="6"/>
                    <a:pt x="316"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4"/>
            <p:cNvSpPr/>
            <p:nvPr/>
          </p:nvSpPr>
          <p:spPr>
            <a:xfrm>
              <a:off x="6399852" y="1863540"/>
              <a:ext cx="21832" cy="13452"/>
            </a:xfrm>
            <a:custGeom>
              <a:avLst/>
              <a:gdLst/>
              <a:ahLst/>
              <a:cxnLst/>
              <a:rect l="l" t="t" r="r" b="b"/>
              <a:pathLst>
                <a:path w="831" h="512" extrusionOk="0">
                  <a:moveTo>
                    <a:pt x="287" y="0"/>
                  </a:moveTo>
                  <a:cubicBezTo>
                    <a:pt x="97" y="0"/>
                    <a:pt x="1" y="289"/>
                    <a:pt x="213" y="380"/>
                  </a:cubicBezTo>
                  <a:lnTo>
                    <a:pt x="477" y="491"/>
                  </a:lnTo>
                  <a:cubicBezTo>
                    <a:pt x="498" y="505"/>
                    <a:pt x="525" y="512"/>
                    <a:pt x="553" y="512"/>
                  </a:cubicBezTo>
                  <a:cubicBezTo>
                    <a:pt x="768" y="512"/>
                    <a:pt x="831" y="213"/>
                    <a:pt x="629" y="130"/>
                  </a:cubicBezTo>
                  <a:lnTo>
                    <a:pt x="373" y="19"/>
                  </a:lnTo>
                  <a:cubicBezTo>
                    <a:pt x="343" y="6"/>
                    <a:pt x="314" y="0"/>
                    <a:pt x="2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4"/>
            <p:cNvSpPr/>
            <p:nvPr/>
          </p:nvSpPr>
          <p:spPr>
            <a:xfrm>
              <a:off x="6340922" y="1707192"/>
              <a:ext cx="15816" cy="17261"/>
            </a:xfrm>
            <a:custGeom>
              <a:avLst/>
              <a:gdLst/>
              <a:ahLst/>
              <a:cxnLst/>
              <a:rect l="l" t="t" r="r" b="b"/>
              <a:pathLst>
                <a:path w="602" h="657" extrusionOk="0">
                  <a:moveTo>
                    <a:pt x="345" y="0"/>
                  </a:moveTo>
                  <a:cubicBezTo>
                    <a:pt x="275" y="0"/>
                    <a:pt x="204" y="37"/>
                    <a:pt x="167" y="123"/>
                  </a:cubicBezTo>
                  <a:lnTo>
                    <a:pt x="56" y="386"/>
                  </a:lnTo>
                  <a:cubicBezTo>
                    <a:pt x="1" y="511"/>
                    <a:pt x="98" y="657"/>
                    <a:pt x="237" y="657"/>
                  </a:cubicBezTo>
                  <a:cubicBezTo>
                    <a:pt x="320" y="657"/>
                    <a:pt x="389" y="608"/>
                    <a:pt x="424" y="539"/>
                  </a:cubicBezTo>
                  <a:lnTo>
                    <a:pt x="535" y="276"/>
                  </a:lnTo>
                  <a:cubicBezTo>
                    <a:pt x="602" y="119"/>
                    <a:pt x="473" y="0"/>
                    <a:pt x="3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4"/>
            <p:cNvSpPr/>
            <p:nvPr/>
          </p:nvSpPr>
          <p:spPr>
            <a:xfrm>
              <a:off x="6248732" y="1923862"/>
              <a:ext cx="15816" cy="17287"/>
            </a:xfrm>
            <a:custGeom>
              <a:avLst/>
              <a:gdLst/>
              <a:ahLst/>
              <a:cxnLst/>
              <a:rect l="l" t="t" r="r" b="b"/>
              <a:pathLst>
                <a:path w="602" h="658" extrusionOk="0">
                  <a:moveTo>
                    <a:pt x="350" y="0"/>
                  </a:moveTo>
                  <a:cubicBezTo>
                    <a:pt x="280" y="0"/>
                    <a:pt x="211" y="37"/>
                    <a:pt x="174" y="123"/>
                  </a:cubicBezTo>
                  <a:lnTo>
                    <a:pt x="56" y="387"/>
                  </a:lnTo>
                  <a:cubicBezTo>
                    <a:pt x="0" y="511"/>
                    <a:pt x="97" y="657"/>
                    <a:pt x="243" y="657"/>
                  </a:cubicBezTo>
                  <a:cubicBezTo>
                    <a:pt x="319" y="657"/>
                    <a:pt x="396" y="609"/>
                    <a:pt x="423" y="539"/>
                  </a:cubicBezTo>
                  <a:lnTo>
                    <a:pt x="534" y="276"/>
                  </a:lnTo>
                  <a:cubicBezTo>
                    <a:pt x="601" y="119"/>
                    <a:pt x="475" y="0"/>
                    <a:pt x="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4"/>
            <p:cNvSpPr/>
            <p:nvPr/>
          </p:nvSpPr>
          <p:spPr>
            <a:xfrm>
              <a:off x="6250545" y="1706220"/>
              <a:ext cx="15527" cy="17524"/>
            </a:xfrm>
            <a:custGeom>
              <a:avLst/>
              <a:gdLst/>
              <a:ahLst/>
              <a:cxnLst/>
              <a:rect l="l" t="t" r="r" b="b"/>
              <a:pathLst>
                <a:path w="591" h="667" extrusionOk="0">
                  <a:moveTo>
                    <a:pt x="255" y="1"/>
                  </a:moveTo>
                  <a:cubicBezTo>
                    <a:pt x="129" y="1"/>
                    <a:pt x="1" y="118"/>
                    <a:pt x="63" y="278"/>
                  </a:cubicBezTo>
                  <a:lnTo>
                    <a:pt x="174" y="541"/>
                  </a:lnTo>
                  <a:cubicBezTo>
                    <a:pt x="202" y="611"/>
                    <a:pt x="271" y="659"/>
                    <a:pt x="354" y="666"/>
                  </a:cubicBezTo>
                  <a:cubicBezTo>
                    <a:pt x="493" y="666"/>
                    <a:pt x="590" y="521"/>
                    <a:pt x="542" y="389"/>
                  </a:cubicBezTo>
                  <a:lnTo>
                    <a:pt x="431" y="125"/>
                  </a:lnTo>
                  <a:cubicBezTo>
                    <a:pt x="396" y="38"/>
                    <a:pt x="326" y="1"/>
                    <a:pt x="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4"/>
            <p:cNvSpPr/>
            <p:nvPr/>
          </p:nvSpPr>
          <p:spPr>
            <a:xfrm>
              <a:off x="6338742" y="1924623"/>
              <a:ext cx="15527" cy="17419"/>
            </a:xfrm>
            <a:custGeom>
              <a:avLst/>
              <a:gdLst/>
              <a:ahLst/>
              <a:cxnLst/>
              <a:rect l="l" t="t" r="r" b="b"/>
              <a:pathLst>
                <a:path w="591" h="663" extrusionOk="0">
                  <a:moveTo>
                    <a:pt x="254" y="1"/>
                  </a:moveTo>
                  <a:cubicBezTo>
                    <a:pt x="129" y="1"/>
                    <a:pt x="1" y="119"/>
                    <a:pt x="63" y="274"/>
                  </a:cubicBezTo>
                  <a:lnTo>
                    <a:pt x="174" y="538"/>
                  </a:lnTo>
                  <a:cubicBezTo>
                    <a:pt x="202" y="614"/>
                    <a:pt x="271" y="663"/>
                    <a:pt x="354" y="663"/>
                  </a:cubicBezTo>
                  <a:cubicBezTo>
                    <a:pt x="493" y="663"/>
                    <a:pt x="590" y="524"/>
                    <a:pt x="542" y="392"/>
                  </a:cubicBezTo>
                  <a:lnTo>
                    <a:pt x="431" y="129"/>
                  </a:lnTo>
                  <a:cubicBezTo>
                    <a:pt x="396" y="39"/>
                    <a:pt x="325" y="1"/>
                    <a:pt x="2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4"/>
            <p:cNvSpPr/>
            <p:nvPr/>
          </p:nvSpPr>
          <p:spPr>
            <a:xfrm>
              <a:off x="6400876" y="1773399"/>
              <a:ext cx="22069" cy="13399"/>
            </a:xfrm>
            <a:custGeom>
              <a:avLst/>
              <a:gdLst/>
              <a:ahLst/>
              <a:cxnLst/>
              <a:rect l="l" t="t" r="r" b="b"/>
              <a:pathLst>
                <a:path w="840" h="510" extrusionOk="0">
                  <a:moveTo>
                    <a:pt x="552" y="1"/>
                  </a:moveTo>
                  <a:cubicBezTo>
                    <a:pt x="527" y="1"/>
                    <a:pt x="500" y="6"/>
                    <a:pt x="473" y="17"/>
                  </a:cubicBezTo>
                  <a:lnTo>
                    <a:pt x="209" y="128"/>
                  </a:lnTo>
                  <a:cubicBezTo>
                    <a:pt x="1" y="204"/>
                    <a:pt x="63" y="509"/>
                    <a:pt x="285" y="509"/>
                  </a:cubicBezTo>
                  <a:cubicBezTo>
                    <a:pt x="306" y="509"/>
                    <a:pt x="334" y="502"/>
                    <a:pt x="355" y="495"/>
                  </a:cubicBezTo>
                  <a:lnTo>
                    <a:pt x="618" y="384"/>
                  </a:lnTo>
                  <a:cubicBezTo>
                    <a:pt x="839" y="298"/>
                    <a:pt x="745" y="1"/>
                    <a:pt x="5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4"/>
            <p:cNvSpPr/>
            <p:nvPr/>
          </p:nvSpPr>
          <p:spPr>
            <a:xfrm>
              <a:off x="6182631" y="1861543"/>
              <a:ext cx="21964" cy="13268"/>
            </a:xfrm>
            <a:custGeom>
              <a:avLst/>
              <a:gdLst/>
              <a:ahLst/>
              <a:cxnLst/>
              <a:rect l="l" t="t" r="r" b="b"/>
              <a:pathLst>
                <a:path w="836" h="505" extrusionOk="0">
                  <a:moveTo>
                    <a:pt x="553" y="1"/>
                  </a:moveTo>
                  <a:cubicBezTo>
                    <a:pt x="527" y="1"/>
                    <a:pt x="499" y="6"/>
                    <a:pt x="470" y="19"/>
                  </a:cubicBezTo>
                  <a:lnTo>
                    <a:pt x="206" y="123"/>
                  </a:lnTo>
                  <a:cubicBezTo>
                    <a:pt x="1" y="205"/>
                    <a:pt x="59" y="504"/>
                    <a:pt x="275" y="504"/>
                  </a:cubicBezTo>
                  <a:cubicBezTo>
                    <a:pt x="278" y="504"/>
                    <a:pt x="280" y="504"/>
                    <a:pt x="283" y="504"/>
                  </a:cubicBezTo>
                  <a:lnTo>
                    <a:pt x="276" y="504"/>
                  </a:lnTo>
                  <a:cubicBezTo>
                    <a:pt x="303" y="504"/>
                    <a:pt x="331" y="504"/>
                    <a:pt x="352" y="490"/>
                  </a:cubicBezTo>
                  <a:lnTo>
                    <a:pt x="616" y="386"/>
                  </a:lnTo>
                  <a:cubicBezTo>
                    <a:pt x="835" y="301"/>
                    <a:pt x="744" y="1"/>
                    <a:pt x="5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 name="Google Shape;1042;p34"/>
          <p:cNvGrpSpPr/>
          <p:nvPr/>
        </p:nvGrpSpPr>
        <p:grpSpPr>
          <a:xfrm>
            <a:off x="4381500" y="2029415"/>
            <a:ext cx="395638" cy="420544"/>
            <a:chOff x="5230527" y="1583363"/>
            <a:chExt cx="395638" cy="420544"/>
          </a:xfrm>
        </p:grpSpPr>
        <p:sp>
          <p:nvSpPr>
            <p:cNvPr id="1043" name="Google Shape;1043;p34"/>
            <p:cNvSpPr/>
            <p:nvPr/>
          </p:nvSpPr>
          <p:spPr>
            <a:xfrm>
              <a:off x="5295210" y="1655639"/>
              <a:ext cx="266088" cy="326567"/>
            </a:xfrm>
            <a:custGeom>
              <a:avLst/>
              <a:gdLst/>
              <a:ahLst/>
              <a:cxnLst/>
              <a:rect l="l" t="t" r="r" b="b"/>
              <a:pathLst>
                <a:path w="10128" h="12430" extrusionOk="0">
                  <a:moveTo>
                    <a:pt x="5064" y="0"/>
                  </a:moveTo>
                  <a:cubicBezTo>
                    <a:pt x="2865" y="0"/>
                    <a:pt x="958" y="1526"/>
                    <a:pt x="479" y="3669"/>
                  </a:cubicBezTo>
                  <a:cubicBezTo>
                    <a:pt x="1" y="5813"/>
                    <a:pt x="1076" y="8005"/>
                    <a:pt x="3059" y="8941"/>
                  </a:cubicBezTo>
                  <a:cubicBezTo>
                    <a:pt x="3448" y="9128"/>
                    <a:pt x="3691" y="9510"/>
                    <a:pt x="3684" y="9933"/>
                  </a:cubicBezTo>
                  <a:lnTo>
                    <a:pt x="3684" y="11875"/>
                  </a:lnTo>
                  <a:lnTo>
                    <a:pt x="3691" y="11875"/>
                  </a:lnTo>
                  <a:cubicBezTo>
                    <a:pt x="3691" y="12180"/>
                    <a:pt x="3933" y="12430"/>
                    <a:pt x="4239" y="12430"/>
                  </a:cubicBezTo>
                  <a:lnTo>
                    <a:pt x="5896" y="12430"/>
                  </a:lnTo>
                  <a:cubicBezTo>
                    <a:pt x="6201" y="12430"/>
                    <a:pt x="6451" y="12180"/>
                    <a:pt x="6451" y="11875"/>
                  </a:cubicBezTo>
                  <a:lnTo>
                    <a:pt x="6451" y="9933"/>
                  </a:lnTo>
                  <a:cubicBezTo>
                    <a:pt x="6444" y="9510"/>
                    <a:pt x="6687" y="9128"/>
                    <a:pt x="7068" y="8941"/>
                  </a:cubicBezTo>
                  <a:cubicBezTo>
                    <a:pt x="9052" y="8005"/>
                    <a:pt x="10127" y="5813"/>
                    <a:pt x="9649" y="3669"/>
                  </a:cubicBezTo>
                  <a:cubicBezTo>
                    <a:pt x="9170" y="1526"/>
                    <a:pt x="7263" y="0"/>
                    <a:pt x="50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4"/>
            <p:cNvSpPr/>
            <p:nvPr/>
          </p:nvSpPr>
          <p:spPr>
            <a:xfrm>
              <a:off x="5326737" y="1677314"/>
              <a:ext cx="203218" cy="203218"/>
            </a:xfrm>
            <a:custGeom>
              <a:avLst/>
              <a:gdLst/>
              <a:ahLst/>
              <a:cxnLst/>
              <a:rect l="l" t="t" r="r" b="b"/>
              <a:pathLst>
                <a:path w="7735" h="7735" extrusionOk="0">
                  <a:moveTo>
                    <a:pt x="3871" y="1"/>
                  </a:moveTo>
                  <a:cubicBezTo>
                    <a:pt x="1735" y="1"/>
                    <a:pt x="0" y="1735"/>
                    <a:pt x="0" y="3871"/>
                  </a:cubicBezTo>
                  <a:cubicBezTo>
                    <a:pt x="0" y="6007"/>
                    <a:pt x="1735" y="7734"/>
                    <a:pt x="3871" y="7734"/>
                  </a:cubicBezTo>
                  <a:cubicBezTo>
                    <a:pt x="6007" y="7734"/>
                    <a:pt x="7734" y="6007"/>
                    <a:pt x="7734" y="3871"/>
                  </a:cubicBezTo>
                  <a:cubicBezTo>
                    <a:pt x="7734" y="1735"/>
                    <a:pt x="6007" y="1"/>
                    <a:pt x="38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4"/>
            <p:cNvSpPr/>
            <p:nvPr/>
          </p:nvSpPr>
          <p:spPr>
            <a:xfrm>
              <a:off x="5348596" y="1699172"/>
              <a:ext cx="159658" cy="159684"/>
            </a:xfrm>
            <a:custGeom>
              <a:avLst/>
              <a:gdLst/>
              <a:ahLst/>
              <a:cxnLst/>
              <a:rect l="l" t="t" r="r" b="b"/>
              <a:pathLst>
                <a:path w="6077" h="6078" extrusionOk="0">
                  <a:moveTo>
                    <a:pt x="3039" y="1"/>
                  </a:moveTo>
                  <a:cubicBezTo>
                    <a:pt x="1360" y="1"/>
                    <a:pt x="1" y="1360"/>
                    <a:pt x="1" y="3039"/>
                  </a:cubicBezTo>
                  <a:cubicBezTo>
                    <a:pt x="1" y="4718"/>
                    <a:pt x="1360" y="6077"/>
                    <a:pt x="3039" y="6077"/>
                  </a:cubicBezTo>
                  <a:cubicBezTo>
                    <a:pt x="4717" y="6077"/>
                    <a:pt x="6077" y="4718"/>
                    <a:pt x="6077" y="3039"/>
                  </a:cubicBezTo>
                  <a:cubicBezTo>
                    <a:pt x="6077" y="1360"/>
                    <a:pt x="4717" y="1"/>
                    <a:pt x="30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4"/>
            <p:cNvSpPr/>
            <p:nvPr/>
          </p:nvSpPr>
          <p:spPr>
            <a:xfrm>
              <a:off x="5406553" y="1974902"/>
              <a:ext cx="43586" cy="29005"/>
            </a:xfrm>
            <a:custGeom>
              <a:avLst/>
              <a:gdLst/>
              <a:ahLst/>
              <a:cxnLst/>
              <a:rect l="l" t="t" r="r" b="b"/>
              <a:pathLst>
                <a:path w="1659" h="1104" extrusionOk="0">
                  <a:moveTo>
                    <a:pt x="1" y="0"/>
                  </a:moveTo>
                  <a:lnTo>
                    <a:pt x="1" y="548"/>
                  </a:lnTo>
                  <a:cubicBezTo>
                    <a:pt x="1" y="854"/>
                    <a:pt x="250" y="1103"/>
                    <a:pt x="555" y="1103"/>
                  </a:cubicBezTo>
                  <a:lnTo>
                    <a:pt x="1103" y="1103"/>
                  </a:lnTo>
                  <a:cubicBezTo>
                    <a:pt x="1409" y="1103"/>
                    <a:pt x="1658" y="854"/>
                    <a:pt x="1658" y="548"/>
                  </a:cubicBezTo>
                  <a:lnTo>
                    <a:pt x="16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4"/>
            <p:cNvSpPr/>
            <p:nvPr/>
          </p:nvSpPr>
          <p:spPr>
            <a:xfrm>
              <a:off x="5571649" y="1771711"/>
              <a:ext cx="54515" cy="14608"/>
            </a:xfrm>
            <a:custGeom>
              <a:avLst/>
              <a:gdLst/>
              <a:ahLst/>
              <a:cxnLst/>
              <a:rect l="l" t="t" r="r" b="b"/>
              <a:pathLst>
                <a:path w="2075" h="556" extrusionOk="0">
                  <a:moveTo>
                    <a:pt x="348" y="1"/>
                  </a:moveTo>
                  <a:cubicBezTo>
                    <a:pt x="1" y="21"/>
                    <a:pt x="1" y="535"/>
                    <a:pt x="348" y="555"/>
                  </a:cubicBezTo>
                  <a:lnTo>
                    <a:pt x="1728" y="555"/>
                  </a:lnTo>
                  <a:cubicBezTo>
                    <a:pt x="2075" y="535"/>
                    <a:pt x="2075" y="21"/>
                    <a:pt x="17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4"/>
            <p:cNvSpPr/>
            <p:nvPr/>
          </p:nvSpPr>
          <p:spPr>
            <a:xfrm>
              <a:off x="5230527" y="1771685"/>
              <a:ext cx="62896" cy="14634"/>
            </a:xfrm>
            <a:custGeom>
              <a:avLst/>
              <a:gdLst/>
              <a:ahLst/>
              <a:cxnLst/>
              <a:rect l="l" t="t" r="r" b="b"/>
              <a:pathLst>
                <a:path w="2394" h="557" extrusionOk="0">
                  <a:moveTo>
                    <a:pt x="2025" y="1"/>
                  </a:moveTo>
                  <a:cubicBezTo>
                    <a:pt x="2018" y="1"/>
                    <a:pt x="2011" y="1"/>
                    <a:pt x="2005" y="2"/>
                  </a:cubicBezTo>
                  <a:lnTo>
                    <a:pt x="354" y="2"/>
                  </a:lnTo>
                  <a:cubicBezTo>
                    <a:pt x="0" y="22"/>
                    <a:pt x="0" y="536"/>
                    <a:pt x="354" y="556"/>
                  </a:cubicBezTo>
                  <a:lnTo>
                    <a:pt x="2005" y="556"/>
                  </a:lnTo>
                  <a:cubicBezTo>
                    <a:pt x="2011" y="557"/>
                    <a:pt x="2018" y="557"/>
                    <a:pt x="2025" y="557"/>
                  </a:cubicBezTo>
                  <a:cubicBezTo>
                    <a:pt x="2393" y="557"/>
                    <a:pt x="2393" y="1"/>
                    <a:pt x="20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4"/>
            <p:cNvSpPr/>
            <p:nvPr/>
          </p:nvSpPr>
          <p:spPr>
            <a:xfrm>
              <a:off x="5421134" y="1583363"/>
              <a:ext cx="14424" cy="50417"/>
            </a:xfrm>
            <a:custGeom>
              <a:avLst/>
              <a:gdLst/>
              <a:ahLst/>
              <a:cxnLst/>
              <a:rect l="l" t="t" r="r" b="b"/>
              <a:pathLst>
                <a:path w="549" h="1919" extrusionOk="0">
                  <a:moveTo>
                    <a:pt x="277" y="1"/>
                  </a:moveTo>
                  <a:cubicBezTo>
                    <a:pt x="144" y="1"/>
                    <a:pt x="11" y="88"/>
                    <a:pt x="0" y="261"/>
                  </a:cubicBezTo>
                  <a:lnTo>
                    <a:pt x="0" y="1641"/>
                  </a:lnTo>
                  <a:cubicBezTo>
                    <a:pt x="0" y="1794"/>
                    <a:pt x="125" y="1919"/>
                    <a:pt x="278" y="1919"/>
                  </a:cubicBezTo>
                  <a:cubicBezTo>
                    <a:pt x="430" y="1919"/>
                    <a:pt x="548" y="1794"/>
                    <a:pt x="548" y="1641"/>
                  </a:cubicBezTo>
                  <a:lnTo>
                    <a:pt x="548" y="261"/>
                  </a:lnTo>
                  <a:cubicBezTo>
                    <a:pt x="541" y="88"/>
                    <a:pt x="410" y="1"/>
                    <a:pt x="2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4"/>
            <p:cNvSpPr/>
            <p:nvPr/>
          </p:nvSpPr>
          <p:spPr>
            <a:xfrm>
              <a:off x="5495485" y="1621038"/>
              <a:ext cx="29294" cy="33156"/>
            </a:xfrm>
            <a:custGeom>
              <a:avLst/>
              <a:gdLst/>
              <a:ahLst/>
              <a:cxnLst/>
              <a:rect l="l" t="t" r="r" b="b"/>
              <a:pathLst>
                <a:path w="1115" h="1262" extrusionOk="0">
                  <a:moveTo>
                    <a:pt x="745" y="0"/>
                  </a:moveTo>
                  <a:cubicBezTo>
                    <a:pt x="662" y="0"/>
                    <a:pt x="578" y="39"/>
                    <a:pt x="521" y="131"/>
                  </a:cubicBezTo>
                  <a:lnTo>
                    <a:pt x="104" y="852"/>
                  </a:lnTo>
                  <a:cubicBezTo>
                    <a:pt x="0" y="1033"/>
                    <a:pt x="132" y="1262"/>
                    <a:pt x="347" y="1262"/>
                  </a:cubicBezTo>
                  <a:cubicBezTo>
                    <a:pt x="444" y="1262"/>
                    <a:pt x="534" y="1213"/>
                    <a:pt x="583" y="1130"/>
                  </a:cubicBezTo>
                  <a:lnTo>
                    <a:pt x="999" y="409"/>
                  </a:lnTo>
                  <a:cubicBezTo>
                    <a:pt x="1114" y="193"/>
                    <a:pt x="931" y="0"/>
                    <a:pt x="74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4"/>
            <p:cNvSpPr/>
            <p:nvPr/>
          </p:nvSpPr>
          <p:spPr>
            <a:xfrm>
              <a:off x="5332202" y="1903730"/>
              <a:ext cx="29268" cy="33287"/>
            </a:xfrm>
            <a:custGeom>
              <a:avLst/>
              <a:gdLst/>
              <a:ahLst/>
              <a:cxnLst/>
              <a:rect l="l" t="t" r="r" b="b"/>
              <a:pathLst>
                <a:path w="1114" h="1267" extrusionOk="0">
                  <a:moveTo>
                    <a:pt x="748" y="1"/>
                  </a:moveTo>
                  <a:cubicBezTo>
                    <a:pt x="664" y="1"/>
                    <a:pt x="579" y="41"/>
                    <a:pt x="521" y="136"/>
                  </a:cubicBezTo>
                  <a:lnTo>
                    <a:pt x="105" y="850"/>
                  </a:lnTo>
                  <a:cubicBezTo>
                    <a:pt x="1" y="1038"/>
                    <a:pt x="132" y="1267"/>
                    <a:pt x="347" y="1267"/>
                  </a:cubicBezTo>
                  <a:cubicBezTo>
                    <a:pt x="444" y="1267"/>
                    <a:pt x="535" y="1211"/>
                    <a:pt x="583" y="1128"/>
                  </a:cubicBezTo>
                  <a:lnTo>
                    <a:pt x="999" y="413"/>
                  </a:lnTo>
                  <a:cubicBezTo>
                    <a:pt x="1114" y="194"/>
                    <a:pt x="933" y="1"/>
                    <a:pt x="74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4"/>
            <p:cNvSpPr/>
            <p:nvPr/>
          </p:nvSpPr>
          <p:spPr>
            <a:xfrm>
              <a:off x="5332097" y="1621038"/>
              <a:ext cx="29294" cy="33156"/>
            </a:xfrm>
            <a:custGeom>
              <a:avLst/>
              <a:gdLst/>
              <a:ahLst/>
              <a:cxnLst/>
              <a:rect l="l" t="t" r="r" b="b"/>
              <a:pathLst>
                <a:path w="1115" h="1262" extrusionOk="0">
                  <a:moveTo>
                    <a:pt x="366" y="0"/>
                  </a:moveTo>
                  <a:cubicBezTo>
                    <a:pt x="180" y="0"/>
                    <a:pt x="1" y="193"/>
                    <a:pt x="116" y="409"/>
                  </a:cubicBezTo>
                  <a:lnTo>
                    <a:pt x="525" y="1130"/>
                  </a:lnTo>
                  <a:cubicBezTo>
                    <a:pt x="573" y="1213"/>
                    <a:pt x="670" y="1262"/>
                    <a:pt x="768" y="1262"/>
                  </a:cubicBezTo>
                  <a:cubicBezTo>
                    <a:pt x="976" y="1262"/>
                    <a:pt x="1114" y="1033"/>
                    <a:pt x="1003" y="852"/>
                  </a:cubicBezTo>
                  <a:lnTo>
                    <a:pt x="594" y="131"/>
                  </a:lnTo>
                  <a:cubicBezTo>
                    <a:pt x="534" y="39"/>
                    <a:pt x="450" y="0"/>
                    <a:pt x="3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4"/>
            <p:cNvSpPr/>
            <p:nvPr/>
          </p:nvSpPr>
          <p:spPr>
            <a:xfrm>
              <a:off x="5495196" y="1903730"/>
              <a:ext cx="29294" cy="33287"/>
            </a:xfrm>
            <a:custGeom>
              <a:avLst/>
              <a:gdLst/>
              <a:ahLst/>
              <a:cxnLst/>
              <a:rect l="l" t="t" r="r" b="b"/>
              <a:pathLst>
                <a:path w="1115" h="1267" extrusionOk="0">
                  <a:moveTo>
                    <a:pt x="367" y="1"/>
                  </a:moveTo>
                  <a:cubicBezTo>
                    <a:pt x="182" y="1"/>
                    <a:pt x="1" y="194"/>
                    <a:pt x="115" y="413"/>
                  </a:cubicBezTo>
                  <a:lnTo>
                    <a:pt x="532" y="1128"/>
                  </a:lnTo>
                  <a:cubicBezTo>
                    <a:pt x="580" y="1211"/>
                    <a:pt x="670" y="1267"/>
                    <a:pt x="774" y="1267"/>
                  </a:cubicBezTo>
                  <a:cubicBezTo>
                    <a:pt x="982" y="1267"/>
                    <a:pt x="1114" y="1038"/>
                    <a:pt x="1010" y="850"/>
                  </a:cubicBezTo>
                  <a:lnTo>
                    <a:pt x="594" y="136"/>
                  </a:lnTo>
                  <a:cubicBezTo>
                    <a:pt x="536" y="41"/>
                    <a:pt x="451"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4"/>
            <p:cNvSpPr/>
            <p:nvPr/>
          </p:nvSpPr>
          <p:spPr>
            <a:xfrm>
              <a:off x="5549239" y="1847560"/>
              <a:ext cx="39934" cy="25668"/>
            </a:xfrm>
            <a:custGeom>
              <a:avLst/>
              <a:gdLst/>
              <a:ahLst/>
              <a:cxnLst/>
              <a:rect l="l" t="t" r="r" b="b"/>
              <a:pathLst>
                <a:path w="1520" h="977" extrusionOk="0">
                  <a:moveTo>
                    <a:pt x="408" y="1"/>
                  </a:moveTo>
                  <a:cubicBezTo>
                    <a:pt x="158" y="1"/>
                    <a:pt x="0" y="375"/>
                    <a:pt x="285" y="526"/>
                  </a:cubicBezTo>
                  <a:lnTo>
                    <a:pt x="999" y="942"/>
                  </a:lnTo>
                  <a:cubicBezTo>
                    <a:pt x="1041" y="963"/>
                    <a:pt x="1090" y="977"/>
                    <a:pt x="1138" y="977"/>
                  </a:cubicBezTo>
                  <a:cubicBezTo>
                    <a:pt x="1422" y="977"/>
                    <a:pt x="1520" y="602"/>
                    <a:pt x="1277" y="464"/>
                  </a:cubicBezTo>
                  <a:lnTo>
                    <a:pt x="562" y="48"/>
                  </a:lnTo>
                  <a:cubicBezTo>
                    <a:pt x="509" y="15"/>
                    <a:pt x="457" y="1"/>
                    <a:pt x="40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4"/>
            <p:cNvSpPr/>
            <p:nvPr/>
          </p:nvSpPr>
          <p:spPr>
            <a:xfrm>
              <a:off x="5267230" y="1684565"/>
              <a:ext cx="39304" cy="25589"/>
            </a:xfrm>
            <a:custGeom>
              <a:avLst/>
              <a:gdLst/>
              <a:ahLst/>
              <a:cxnLst/>
              <a:rect l="l" t="t" r="r" b="b"/>
              <a:pathLst>
                <a:path w="1496" h="974" extrusionOk="0">
                  <a:moveTo>
                    <a:pt x="397" y="1"/>
                  </a:moveTo>
                  <a:cubicBezTo>
                    <a:pt x="153" y="1"/>
                    <a:pt x="0" y="356"/>
                    <a:pt x="254" y="515"/>
                  </a:cubicBezTo>
                  <a:lnTo>
                    <a:pt x="975" y="931"/>
                  </a:lnTo>
                  <a:cubicBezTo>
                    <a:pt x="1017" y="959"/>
                    <a:pt x="1066" y="966"/>
                    <a:pt x="1114" y="973"/>
                  </a:cubicBezTo>
                  <a:lnTo>
                    <a:pt x="1114" y="966"/>
                  </a:lnTo>
                  <a:cubicBezTo>
                    <a:pt x="1398" y="966"/>
                    <a:pt x="1496" y="592"/>
                    <a:pt x="1253" y="453"/>
                  </a:cubicBezTo>
                  <a:lnTo>
                    <a:pt x="531" y="37"/>
                  </a:lnTo>
                  <a:cubicBezTo>
                    <a:pt x="485" y="12"/>
                    <a:pt x="439" y="1"/>
                    <a:pt x="3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4"/>
            <p:cNvSpPr/>
            <p:nvPr/>
          </p:nvSpPr>
          <p:spPr>
            <a:xfrm>
              <a:off x="5550342" y="1684407"/>
              <a:ext cx="39908" cy="25747"/>
            </a:xfrm>
            <a:custGeom>
              <a:avLst/>
              <a:gdLst/>
              <a:ahLst/>
              <a:cxnLst/>
              <a:rect l="l" t="t" r="r" b="b"/>
              <a:pathLst>
                <a:path w="1519" h="980" extrusionOk="0">
                  <a:moveTo>
                    <a:pt x="1114" y="0"/>
                  </a:moveTo>
                  <a:cubicBezTo>
                    <a:pt x="1064" y="0"/>
                    <a:pt x="1011" y="15"/>
                    <a:pt x="957" y="50"/>
                  </a:cubicBezTo>
                  <a:lnTo>
                    <a:pt x="243" y="459"/>
                  </a:lnTo>
                  <a:cubicBezTo>
                    <a:pt x="0" y="605"/>
                    <a:pt x="97" y="972"/>
                    <a:pt x="382" y="979"/>
                  </a:cubicBezTo>
                  <a:cubicBezTo>
                    <a:pt x="430" y="979"/>
                    <a:pt x="479" y="965"/>
                    <a:pt x="520" y="937"/>
                  </a:cubicBezTo>
                  <a:lnTo>
                    <a:pt x="1235" y="528"/>
                  </a:lnTo>
                  <a:cubicBezTo>
                    <a:pt x="1518" y="378"/>
                    <a:pt x="1363" y="0"/>
                    <a:pt x="11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4"/>
            <p:cNvSpPr/>
            <p:nvPr/>
          </p:nvSpPr>
          <p:spPr>
            <a:xfrm>
              <a:off x="5267519" y="1847849"/>
              <a:ext cx="39304" cy="25379"/>
            </a:xfrm>
            <a:custGeom>
              <a:avLst/>
              <a:gdLst/>
              <a:ahLst/>
              <a:cxnLst/>
              <a:rect l="l" t="t" r="r" b="b"/>
              <a:pathLst>
                <a:path w="1496" h="966" extrusionOk="0">
                  <a:moveTo>
                    <a:pt x="1099" y="1"/>
                  </a:moveTo>
                  <a:cubicBezTo>
                    <a:pt x="1056" y="1"/>
                    <a:pt x="1011" y="12"/>
                    <a:pt x="964" y="37"/>
                  </a:cubicBezTo>
                  <a:lnTo>
                    <a:pt x="243" y="453"/>
                  </a:lnTo>
                  <a:cubicBezTo>
                    <a:pt x="0" y="598"/>
                    <a:pt x="104" y="966"/>
                    <a:pt x="382" y="966"/>
                  </a:cubicBezTo>
                  <a:cubicBezTo>
                    <a:pt x="430" y="966"/>
                    <a:pt x="479" y="952"/>
                    <a:pt x="520" y="931"/>
                  </a:cubicBezTo>
                  <a:lnTo>
                    <a:pt x="1242" y="515"/>
                  </a:lnTo>
                  <a:cubicBezTo>
                    <a:pt x="1496" y="356"/>
                    <a:pt x="1343" y="1"/>
                    <a:pt x="10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4"/>
            <p:cNvSpPr/>
            <p:nvPr/>
          </p:nvSpPr>
          <p:spPr>
            <a:xfrm>
              <a:off x="5392156" y="1931343"/>
              <a:ext cx="72565" cy="50864"/>
            </a:xfrm>
            <a:custGeom>
              <a:avLst/>
              <a:gdLst/>
              <a:ahLst/>
              <a:cxnLst/>
              <a:rect l="l" t="t" r="r" b="b"/>
              <a:pathLst>
                <a:path w="2762" h="1936" extrusionOk="0">
                  <a:moveTo>
                    <a:pt x="1" y="1"/>
                  </a:moveTo>
                  <a:lnTo>
                    <a:pt x="1" y="1381"/>
                  </a:lnTo>
                  <a:cubicBezTo>
                    <a:pt x="1" y="1686"/>
                    <a:pt x="243" y="1936"/>
                    <a:pt x="549" y="1936"/>
                  </a:cubicBezTo>
                  <a:lnTo>
                    <a:pt x="2206" y="1936"/>
                  </a:lnTo>
                  <a:cubicBezTo>
                    <a:pt x="2511" y="1936"/>
                    <a:pt x="2761" y="1686"/>
                    <a:pt x="2761" y="1381"/>
                  </a:cubicBezTo>
                  <a:lnTo>
                    <a:pt x="27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4"/>
            <p:cNvSpPr/>
            <p:nvPr/>
          </p:nvSpPr>
          <p:spPr>
            <a:xfrm>
              <a:off x="5384878" y="1931343"/>
              <a:ext cx="87120" cy="14608"/>
            </a:xfrm>
            <a:custGeom>
              <a:avLst/>
              <a:gdLst/>
              <a:ahLst/>
              <a:cxnLst/>
              <a:rect l="l" t="t" r="r" b="b"/>
              <a:pathLst>
                <a:path w="3316" h="556" extrusionOk="0">
                  <a:moveTo>
                    <a:pt x="278" y="1"/>
                  </a:moveTo>
                  <a:cubicBezTo>
                    <a:pt x="125" y="1"/>
                    <a:pt x="0" y="125"/>
                    <a:pt x="0" y="278"/>
                  </a:cubicBezTo>
                  <a:cubicBezTo>
                    <a:pt x="0" y="431"/>
                    <a:pt x="125" y="556"/>
                    <a:pt x="278" y="556"/>
                  </a:cubicBezTo>
                  <a:lnTo>
                    <a:pt x="3038" y="556"/>
                  </a:lnTo>
                  <a:cubicBezTo>
                    <a:pt x="3191" y="556"/>
                    <a:pt x="3316" y="431"/>
                    <a:pt x="3316" y="278"/>
                  </a:cubicBezTo>
                  <a:cubicBezTo>
                    <a:pt x="3316" y="125"/>
                    <a:pt x="3191" y="1"/>
                    <a:pt x="3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CBFCF36E-6730-09F7-C9A9-D91BFBD92449}"/>
              </a:ext>
            </a:extLst>
          </p:cNvPr>
          <p:cNvSpPr txBox="1"/>
          <p:nvPr/>
        </p:nvSpPr>
        <p:spPr>
          <a:xfrm>
            <a:off x="2715491" y="1198418"/>
            <a:ext cx="3332018" cy="830997"/>
          </a:xfrm>
          <a:prstGeom prst="rect">
            <a:avLst/>
          </a:prstGeom>
          <a:noFill/>
        </p:spPr>
        <p:txBody>
          <a:bodyPr wrap="square" rtlCol="1">
            <a:spAutoFit/>
          </a:bodyPr>
          <a:lstStyle/>
          <a:p>
            <a:pPr algn="ctr"/>
            <a:r>
              <a:rPr lang="ar-PS" sz="1600" b="1" dirty="0"/>
              <a:t>تمكين تجمعهم في مكان واحد</a:t>
            </a:r>
          </a:p>
          <a:p>
            <a:pPr algn="ctr"/>
            <a:r>
              <a:rPr lang="ar-PS" sz="1600" b="1" dirty="0"/>
              <a:t>تمكين</a:t>
            </a:r>
            <a:r>
              <a:rPr lang="ar-PS" sz="1600" dirty="0"/>
              <a:t> منصة رقمية تجعل الوصول إلى الموارد والفرص أكثر تنظيماً ووضوحاً</a:t>
            </a:r>
          </a:p>
        </p:txBody>
      </p:sp>
      <p:grpSp>
        <p:nvGrpSpPr>
          <p:cNvPr id="3" name="Google Shape;11038;p63">
            <a:extLst>
              <a:ext uri="{FF2B5EF4-FFF2-40B4-BE49-F238E27FC236}">
                <a16:creationId xmlns:a16="http://schemas.microsoft.com/office/drawing/2014/main" id="{7A58BEC8-0E0A-28F9-4DE4-ED55F94064F8}"/>
              </a:ext>
            </a:extLst>
          </p:cNvPr>
          <p:cNvGrpSpPr/>
          <p:nvPr/>
        </p:nvGrpSpPr>
        <p:grpSpPr>
          <a:xfrm>
            <a:off x="2050204" y="3551790"/>
            <a:ext cx="368502" cy="343521"/>
            <a:chOff x="3534508" y="1508000"/>
            <a:chExt cx="368502" cy="343521"/>
          </a:xfrm>
        </p:grpSpPr>
        <p:sp>
          <p:nvSpPr>
            <p:cNvPr id="4" name="Google Shape;11039;p63">
              <a:extLst>
                <a:ext uri="{FF2B5EF4-FFF2-40B4-BE49-F238E27FC236}">
                  <a16:creationId xmlns:a16="http://schemas.microsoft.com/office/drawing/2014/main" id="{2FFF8C9D-1D29-BE92-111C-1A4E0EBAF20A}"/>
                </a:ext>
              </a:extLst>
            </p:cNvPr>
            <p:cNvSpPr/>
            <p:nvPr/>
          </p:nvSpPr>
          <p:spPr>
            <a:xfrm>
              <a:off x="3591984" y="1754322"/>
              <a:ext cx="45719" cy="45719"/>
            </a:xfrm>
            <a:custGeom>
              <a:avLst/>
              <a:gdLst/>
              <a:ahLst/>
              <a:cxnLst/>
              <a:rect l="l" t="t" r="r" b="b"/>
              <a:pathLst>
                <a:path w="1746" h="1746" extrusionOk="0">
                  <a:moveTo>
                    <a:pt x="220" y="0"/>
                  </a:moveTo>
                  <a:cubicBezTo>
                    <a:pt x="96" y="0"/>
                    <a:pt x="0" y="95"/>
                    <a:pt x="0" y="219"/>
                  </a:cubicBezTo>
                  <a:lnTo>
                    <a:pt x="0" y="1526"/>
                  </a:lnTo>
                  <a:cubicBezTo>
                    <a:pt x="0" y="1650"/>
                    <a:pt x="96" y="1746"/>
                    <a:pt x="220" y="1746"/>
                  </a:cubicBezTo>
                  <a:lnTo>
                    <a:pt x="1527" y="1746"/>
                  </a:lnTo>
                  <a:cubicBezTo>
                    <a:pt x="1651" y="1746"/>
                    <a:pt x="1746" y="1650"/>
                    <a:pt x="1746" y="1526"/>
                  </a:cubicBezTo>
                  <a:lnTo>
                    <a:pt x="1746" y="219"/>
                  </a:lnTo>
                  <a:cubicBezTo>
                    <a:pt x="1746" y="95"/>
                    <a:pt x="1651" y="0"/>
                    <a:pt x="1527" y="0"/>
                  </a:cubicBezTo>
                  <a:close/>
                </a:path>
              </a:pathLst>
            </a:custGeom>
            <a:solidFill>
              <a:srgbClr val="CED7E0"/>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040;p63">
              <a:extLst>
                <a:ext uri="{FF2B5EF4-FFF2-40B4-BE49-F238E27FC236}">
                  <a16:creationId xmlns:a16="http://schemas.microsoft.com/office/drawing/2014/main" id="{5A24D70E-9860-6651-014C-3355F7B1ED8E}"/>
                </a:ext>
              </a:extLst>
            </p:cNvPr>
            <p:cNvSpPr/>
            <p:nvPr/>
          </p:nvSpPr>
          <p:spPr>
            <a:xfrm>
              <a:off x="3742600" y="1633897"/>
              <a:ext cx="106940" cy="91805"/>
            </a:xfrm>
            <a:custGeom>
              <a:avLst/>
              <a:gdLst/>
              <a:ahLst/>
              <a:cxnLst/>
              <a:rect l="l" t="t" r="r" b="b"/>
              <a:pathLst>
                <a:path w="4084" h="3506" extrusionOk="0">
                  <a:moveTo>
                    <a:pt x="2338" y="1"/>
                  </a:moveTo>
                  <a:cubicBezTo>
                    <a:pt x="773" y="1"/>
                    <a:pt x="1" y="1890"/>
                    <a:pt x="1098" y="2987"/>
                  </a:cubicBezTo>
                  <a:cubicBezTo>
                    <a:pt x="1456" y="3345"/>
                    <a:pt x="1896" y="3506"/>
                    <a:pt x="2326" y="3506"/>
                  </a:cubicBezTo>
                  <a:cubicBezTo>
                    <a:pt x="3225" y="3506"/>
                    <a:pt x="4084" y="2807"/>
                    <a:pt x="4084" y="1756"/>
                  </a:cubicBezTo>
                  <a:cubicBezTo>
                    <a:pt x="4084" y="793"/>
                    <a:pt x="3302" y="10"/>
                    <a:pt x="2338" y="1"/>
                  </a:cubicBezTo>
                  <a:close/>
                </a:path>
              </a:pathLst>
            </a:custGeom>
            <a:solidFill>
              <a:srgbClr val="B3C3CF"/>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041;p63">
              <a:extLst>
                <a:ext uri="{FF2B5EF4-FFF2-40B4-BE49-F238E27FC236}">
                  <a16:creationId xmlns:a16="http://schemas.microsoft.com/office/drawing/2014/main" id="{4AA8104B-8A54-DD6E-3E41-BE0AEB8E4A41}"/>
                </a:ext>
              </a:extLst>
            </p:cNvPr>
            <p:cNvSpPr/>
            <p:nvPr/>
          </p:nvSpPr>
          <p:spPr>
            <a:xfrm>
              <a:off x="3753336" y="1671132"/>
              <a:ext cx="100969" cy="54465"/>
            </a:xfrm>
            <a:custGeom>
              <a:avLst/>
              <a:gdLst/>
              <a:ahLst/>
              <a:cxnLst/>
              <a:rect l="l" t="t" r="r" b="b"/>
              <a:pathLst>
                <a:path w="3856" h="2080" extrusionOk="0">
                  <a:moveTo>
                    <a:pt x="211" y="0"/>
                  </a:moveTo>
                  <a:cubicBezTo>
                    <a:pt x="1" y="1078"/>
                    <a:pt x="821" y="2080"/>
                    <a:pt x="1928" y="2080"/>
                  </a:cubicBezTo>
                  <a:cubicBezTo>
                    <a:pt x="3025" y="2080"/>
                    <a:pt x="3855" y="1078"/>
                    <a:pt x="3645" y="0"/>
                  </a:cubicBezTo>
                  <a:lnTo>
                    <a:pt x="3645" y="0"/>
                  </a:lnTo>
                  <a:cubicBezTo>
                    <a:pt x="3483" y="830"/>
                    <a:pt x="2768" y="1422"/>
                    <a:pt x="1928" y="1422"/>
                  </a:cubicBezTo>
                  <a:cubicBezTo>
                    <a:pt x="1088" y="1422"/>
                    <a:pt x="363" y="830"/>
                    <a:pt x="211" y="0"/>
                  </a:cubicBezTo>
                  <a:close/>
                </a:path>
              </a:pathLst>
            </a:custGeom>
            <a:solidFill>
              <a:srgbClr val="CED8E0"/>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042;p63">
              <a:extLst>
                <a:ext uri="{FF2B5EF4-FFF2-40B4-BE49-F238E27FC236}">
                  <a16:creationId xmlns:a16="http://schemas.microsoft.com/office/drawing/2014/main" id="{E59B1928-4F94-05A0-7512-AA18B2B8551A}"/>
                </a:ext>
              </a:extLst>
            </p:cNvPr>
            <p:cNvSpPr/>
            <p:nvPr/>
          </p:nvSpPr>
          <p:spPr>
            <a:xfrm>
              <a:off x="3620447" y="1530990"/>
              <a:ext cx="154649" cy="297645"/>
            </a:xfrm>
            <a:custGeom>
              <a:avLst/>
              <a:gdLst/>
              <a:ahLst/>
              <a:cxnLst/>
              <a:rect l="l" t="t" r="r" b="b"/>
              <a:pathLst>
                <a:path w="5906" h="11367" extrusionOk="0">
                  <a:moveTo>
                    <a:pt x="5681" y="1"/>
                  </a:moveTo>
                  <a:cubicBezTo>
                    <a:pt x="5608" y="1"/>
                    <a:pt x="5542" y="38"/>
                    <a:pt x="5505" y="105"/>
                  </a:cubicBezTo>
                  <a:cubicBezTo>
                    <a:pt x="5085" y="773"/>
                    <a:pt x="4589" y="1384"/>
                    <a:pt x="4027" y="1927"/>
                  </a:cubicBezTo>
                  <a:cubicBezTo>
                    <a:pt x="3187" y="2748"/>
                    <a:pt x="1842" y="3721"/>
                    <a:pt x="220" y="3721"/>
                  </a:cubicBezTo>
                  <a:cubicBezTo>
                    <a:pt x="215" y="3721"/>
                    <a:pt x="210" y="3720"/>
                    <a:pt x="206" y="3720"/>
                  </a:cubicBezTo>
                  <a:cubicBezTo>
                    <a:pt x="97" y="3720"/>
                    <a:pt x="1" y="3821"/>
                    <a:pt x="1" y="3931"/>
                  </a:cubicBezTo>
                  <a:lnTo>
                    <a:pt x="1" y="7432"/>
                  </a:lnTo>
                  <a:cubicBezTo>
                    <a:pt x="1" y="7556"/>
                    <a:pt x="106" y="7651"/>
                    <a:pt x="220" y="7651"/>
                  </a:cubicBezTo>
                  <a:cubicBezTo>
                    <a:pt x="1842" y="7651"/>
                    <a:pt x="3187" y="8624"/>
                    <a:pt x="4027" y="9445"/>
                  </a:cubicBezTo>
                  <a:cubicBezTo>
                    <a:pt x="4589" y="9989"/>
                    <a:pt x="5085" y="10599"/>
                    <a:pt x="5496" y="11257"/>
                  </a:cubicBezTo>
                  <a:cubicBezTo>
                    <a:pt x="5541" y="11332"/>
                    <a:pt x="5614" y="11366"/>
                    <a:pt x="5686" y="11366"/>
                  </a:cubicBezTo>
                  <a:cubicBezTo>
                    <a:pt x="5797" y="11366"/>
                    <a:pt x="5906" y="11286"/>
                    <a:pt x="5906" y="11153"/>
                  </a:cubicBezTo>
                  <a:lnTo>
                    <a:pt x="5906" y="220"/>
                  </a:lnTo>
                  <a:cubicBezTo>
                    <a:pt x="5906" y="115"/>
                    <a:pt x="5839" y="29"/>
                    <a:pt x="5744" y="10"/>
                  </a:cubicBezTo>
                  <a:cubicBezTo>
                    <a:pt x="5723" y="4"/>
                    <a:pt x="5702" y="1"/>
                    <a:pt x="5681" y="1"/>
                  </a:cubicBezTo>
                  <a:close/>
                </a:path>
              </a:pathLst>
            </a:custGeom>
            <a:solidFill>
              <a:srgbClr val="E3E9ED"/>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043;p63">
              <a:extLst>
                <a:ext uri="{FF2B5EF4-FFF2-40B4-BE49-F238E27FC236}">
                  <a16:creationId xmlns:a16="http://schemas.microsoft.com/office/drawing/2014/main" id="{BF397637-89AB-951E-9011-4A4F5948E98A}"/>
                </a:ext>
              </a:extLst>
            </p:cNvPr>
            <p:cNvSpPr/>
            <p:nvPr/>
          </p:nvSpPr>
          <p:spPr>
            <a:xfrm>
              <a:off x="3620447" y="1708603"/>
              <a:ext cx="154649" cy="120032"/>
            </a:xfrm>
            <a:custGeom>
              <a:avLst/>
              <a:gdLst/>
              <a:ahLst/>
              <a:cxnLst/>
              <a:rect l="l" t="t" r="r" b="b"/>
              <a:pathLst>
                <a:path w="5906" h="4584" extrusionOk="0">
                  <a:moveTo>
                    <a:pt x="1" y="0"/>
                  </a:moveTo>
                  <a:lnTo>
                    <a:pt x="1" y="649"/>
                  </a:lnTo>
                  <a:cubicBezTo>
                    <a:pt x="1" y="773"/>
                    <a:pt x="106" y="868"/>
                    <a:pt x="220" y="868"/>
                  </a:cubicBezTo>
                  <a:cubicBezTo>
                    <a:pt x="1842" y="868"/>
                    <a:pt x="3187" y="1841"/>
                    <a:pt x="4027" y="2662"/>
                  </a:cubicBezTo>
                  <a:cubicBezTo>
                    <a:pt x="4589" y="3206"/>
                    <a:pt x="5085" y="3816"/>
                    <a:pt x="5496" y="4474"/>
                  </a:cubicBezTo>
                  <a:cubicBezTo>
                    <a:pt x="5541" y="4549"/>
                    <a:pt x="5614" y="4583"/>
                    <a:pt x="5686" y="4583"/>
                  </a:cubicBezTo>
                  <a:cubicBezTo>
                    <a:pt x="5797" y="4583"/>
                    <a:pt x="5906" y="4503"/>
                    <a:pt x="5906" y="4370"/>
                  </a:cubicBezTo>
                  <a:lnTo>
                    <a:pt x="5906" y="3272"/>
                  </a:lnTo>
                  <a:cubicBezTo>
                    <a:pt x="5906" y="3368"/>
                    <a:pt x="5849" y="3454"/>
                    <a:pt x="5763" y="3482"/>
                  </a:cubicBezTo>
                  <a:cubicBezTo>
                    <a:pt x="5740" y="3489"/>
                    <a:pt x="5716" y="3492"/>
                    <a:pt x="5694" y="3492"/>
                  </a:cubicBezTo>
                  <a:cubicBezTo>
                    <a:pt x="5614" y="3492"/>
                    <a:pt x="5540" y="3454"/>
                    <a:pt x="5496" y="3387"/>
                  </a:cubicBezTo>
                  <a:cubicBezTo>
                    <a:pt x="5496" y="3377"/>
                    <a:pt x="4952" y="2900"/>
                    <a:pt x="4027" y="2004"/>
                  </a:cubicBezTo>
                  <a:cubicBezTo>
                    <a:pt x="3187" y="1183"/>
                    <a:pt x="1842" y="210"/>
                    <a:pt x="220" y="210"/>
                  </a:cubicBezTo>
                  <a:cubicBezTo>
                    <a:pt x="96" y="210"/>
                    <a:pt x="1" y="115"/>
                    <a:pt x="1" y="0"/>
                  </a:cubicBezTo>
                  <a:close/>
                </a:path>
              </a:pathLst>
            </a:custGeom>
            <a:solidFill>
              <a:srgbClr val="EEF1F4"/>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044;p63">
              <a:extLst>
                <a:ext uri="{FF2B5EF4-FFF2-40B4-BE49-F238E27FC236}">
                  <a16:creationId xmlns:a16="http://schemas.microsoft.com/office/drawing/2014/main" id="{ABDB2E3C-6893-1483-C2C6-A896EF6F42E2}"/>
                </a:ext>
              </a:extLst>
            </p:cNvPr>
            <p:cNvSpPr/>
            <p:nvPr/>
          </p:nvSpPr>
          <p:spPr>
            <a:xfrm>
              <a:off x="3763601" y="1508000"/>
              <a:ext cx="45981" cy="343521"/>
            </a:xfrm>
            <a:custGeom>
              <a:avLst/>
              <a:gdLst/>
              <a:ahLst/>
              <a:cxnLst/>
              <a:rect l="l" t="t" r="r" b="b"/>
              <a:pathLst>
                <a:path w="1756" h="13119" extrusionOk="0">
                  <a:moveTo>
                    <a:pt x="219" y="1"/>
                  </a:moveTo>
                  <a:cubicBezTo>
                    <a:pt x="105" y="1"/>
                    <a:pt x="0" y="96"/>
                    <a:pt x="0" y="220"/>
                  </a:cubicBezTo>
                  <a:lnTo>
                    <a:pt x="0" y="12908"/>
                  </a:lnTo>
                  <a:cubicBezTo>
                    <a:pt x="0" y="13023"/>
                    <a:pt x="105" y="13118"/>
                    <a:pt x="219" y="13118"/>
                  </a:cubicBezTo>
                  <a:lnTo>
                    <a:pt x="1536" y="13118"/>
                  </a:lnTo>
                  <a:cubicBezTo>
                    <a:pt x="1650" y="13118"/>
                    <a:pt x="1755" y="13023"/>
                    <a:pt x="1755" y="12908"/>
                  </a:cubicBezTo>
                  <a:lnTo>
                    <a:pt x="1755" y="220"/>
                  </a:lnTo>
                  <a:cubicBezTo>
                    <a:pt x="1755" y="96"/>
                    <a:pt x="1650" y="1"/>
                    <a:pt x="1536" y="1"/>
                  </a:cubicBezTo>
                  <a:close/>
                </a:path>
              </a:pathLst>
            </a:custGeom>
            <a:solidFill>
              <a:srgbClr val="AEBECC"/>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045;p63">
              <a:extLst>
                <a:ext uri="{FF2B5EF4-FFF2-40B4-BE49-F238E27FC236}">
                  <a16:creationId xmlns:a16="http://schemas.microsoft.com/office/drawing/2014/main" id="{8DC1D37C-8DEC-3819-E7E3-556B255E7A7E}"/>
                </a:ext>
              </a:extLst>
            </p:cNvPr>
            <p:cNvSpPr/>
            <p:nvPr/>
          </p:nvSpPr>
          <p:spPr>
            <a:xfrm>
              <a:off x="3763601" y="1823005"/>
              <a:ext cx="45981" cy="28515"/>
            </a:xfrm>
            <a:custGeom>
              <a:avLst/>
              <a:gdLst/>
              <a:ahLst/>
              <a:cxnLst/>
              <a:rect l="l" t="t" r="r" b="b"/>
              <a:pathLst>
                <a:path w="1756" h="1089" extrusionOk="0">
                  <a:moveTo>
                    <a:pt x="0" y="1"/>
                  </a:moveTo>
                  <a:lnTo>
                    <a:pt x="0" y="869"/>
                  </a:lnTo>
                  <a:cubicBezTo>
                    <a:pt x="0" y="993"/>
                    <a:pt x="105" y="1088"/>
                    <a:pt x="219" y="1088"/>
                  </a:cubicBezTo>
                  <a:lnTo>
                    <a:pt x="1536" y="1088"/>
                  </a:lnTo>
                  <a:cubicBezTo>
                    <a:pt x="1650" y="1088"/>
                    <a:pt x="1755" y="993"/>
                    <a:pt x="1755" y="869"/>
                  </a:cubicBezTo>
                  <a:lnTo>
                    <a:pt x="1755" y="1"/>
                  </a:lnTo>
                  <a:cubicBezTo>
                    <a:pt x="1755" y="115"/>
                    <a:pt x="1650" y="220"/>
                    <a:pt x="1536" y="220"/>
                  </a:cubicBezTo>
                  <a:lnTo>
                    <a:pt x="219" y="220"/>
                  </a:lnTo>
                  <a:cubicBezTo>
                    <a:pt x="105" y="220"/>
                    <a:pt x="0" y="115"/>
                    <a:pt x="0" y="1"/>
                  </a:cubicBezTo>
                  <a:close/>
                </a:path>
              </a:pathLst>
            </a:custGeom>
            <a:solidFill>
              <a:srgbClr val="96A7B6"/>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046;p63">
              <a:extLst>
                <a:ext uri="{FF2B5EF4-FFF2-40B4-BE49-F238E27FC236}">
                  <a16:creationId xmlns:a16="http://schemas.microsoft.com/office/drawing/2014/main" id="{C1FEDE8B-A9C7-556D-02B3-C498A26F427E}"/>
                </a:ext>
              </a:extLst>
            </p:cNvPr>
            <p:cNvSpPr/>
            <p:nvPr/>
          </p:nvSpPr>
          <p:spPr>
            <a:xfrm>
              <a:off x="3534508" y="1628399"/>
              <a:ext cx="46007" cy="102959"/>
            </a:xfrm>
            <a:custGeom>
              <a:avLst/>
              <a:gdLst/>
              <a:ahLst/>
              <a:cxnLst/>
              <a:rect l="l" t="t" r="r" b="b"/>
              <a:pathLst>
                <a:path w="1757" h="3932" extrusionOk="0">
                  <a:moveTo>
                    <a:pt x="1098" y="1"/>
                  </a:moveTo>
                  <a:cubicBezTo>
                    <a:pt x="497" y="1"/>
                    <a:pt x="1" y="488"/>
                    <a:pt x="1" y="1089"/>
                  </a:cubicBezTo>
                  <a:lnTo>
                    <a:pt x="1" y="2834"/>
                  </a:lnTo>
                  <a:cubicBezTo>
                    <a:pt x="1" y="3445"/>
                    <a:pt x="497" y="3931"/>
                    <a:pt x="1098" y="3931"/>
                  </a:cubicBezTo>
                  <a:lnTo>
                    <a:pt x="1537" y="3931"/>
                  </a:lnTo>
                  <a:cubicBezTo>
                    <a:pt x="1661" y="3931"/>
                    <a:pt x="1756" y="3836"/>
                    <a:pt x="1756" y="3712"/>
                  </a:cubicBezTo>
                  <a:lnTo>
                    <a:pt x="1756" y="211"/>
                  </a:lnTo>
                  <a:cubicBezTo>
                    <a:pt x="1756" y="96"/>
                    <a:pt x="1661" y="1"/>
                    <a:pt x="1537" y="1"/>
                  </a:cubicBezTo>
                  <a:close/>
                </a:path>
              </a:pathLst>
            </a:custGeom>
            <a:solidFill>
              <a:srgbClr val="CED7E0"/>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047;p63">
              <a:extLst>
                <a:ext uri="{FF2B5EF4-FFF2-40B4-BE49-F238E27FC236}">
                  <a16:creationId xmlns:a16="http://schemas.microsoft.com/office/drawing/2014/main" id="{852438C4-2AF9-8AAC-2145-E25C8E11BF9C}"/>
                </a:ext>
              </a:extLst>
            </p:cNvPr>
            <p:cNvSpPr/>
            <p:nvPr/>
          </p:nvSpPr>
          <p:spPr>
            <a:xfrm>
              <a:off x="3534508" y="1633400"/>
              <a:ext cx="46007" cy="97958"/>
            </a:xfrm>
            <a:custGeom>
              <a:avLst/>
              <a:gdLst/>
              <a:ahLst/>
              <a:cxnLst/>
              <a:rect l="l" t="t" r="r" b="b"/>
              <a:pathLst>
                <a:path w="1757" h="3741" extrusionOk="0">
                  <a:moveTo>
                    <a:pt x="468" y="1"/>
                  </a:moveTo>
                  <a:lnTo>
                    <a:pt x="468" y="1"/>
                  </a:lnTo>
                  <a:cubicBezTo>
                    <a:pt x="182" y="211"/>
                    <a:pt x="1" y="545"/>
                    <a:pt x="1" y="898"/>
                  </a:cubicBezTo>
                  <a:lnTo>
                    <a:pt x="1" y="2643"/>
                  </a:lnTo>
                  <a:cubicBezTo>
                    <a:pt x="1" y="3254"/>
                    <a:pt x="497" y="3740"/>
                    <a:pt x="1098" y="3740"/>
                  </a:cubicBezTo>
                  <a:lnTo>
                    <a:pt x="1537" y="3740"/>
                  </a:lnTo>
                  <a:cubicBezTo>
                    <a:pt x="1661" y="3740"/>
                    <a:pt x="1756" y="3645"/>
                    <a:pt x="1756" y="3521"/>
                  </a:cubicBezTo>
                  <a:lnTo>
                    <a:pt x="1756" y="3082"/>
                  </a:lnTo>
                  <a:lnTo>
                    <a:pt x="1098" y="3082"/>
                  </a:lnTo>
                  <a:cubicBezTo>
                    <a:pt x="736" y="3082"/>
                    <a:pt x="440" y="2786"/>
                    <a:pt x="440" y="2433"/>
                  </a:cubicBezTo>
                  <a:lnTo>
                    <a:pt x="440" y="239"/>
                  </a:lnTo>
                  <a:cubicBezTo>
                    <a:pt x="440" y="163"/>
                    <a:pt x="449" y="77"/>
                    <a:pt x="468" y="1"/>
                  </a:cubicBezTo>
                  <a:close/>
                </a:path>
              </a:pathLst>
            </a:custGeom>
            <a:solidFill>
              <a:srgbClr val="BDCAD5"/>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048;p63">
              <a:extLst>
                <a:ext uri="{FF2B5EF4-FFF2-40B4-BE49-F238E27FC236}">
                  <a16:creationId xmlns:a16="http://schemas.microsoft.com/office/drawing/2014/main" id="{83C86176-EDBE-C76B-267B-6D460A6EFA11}"/>
                </a:ext>
              </a:extLst>
            </p:cNvPr>
            <p:cNvSpPr/>
            <p:nvPr/>
          </p:nvSpPr>
          <p:spPr>
            <a:xfrm>
              <a:off x="3574728" y="1628163"/>
              <a:ext cx="57240" cy="103195"/>
            </a:xfrm>
            <a:custGeom>
              <a:avLst/>
              <a:gdLst/>
              <a:ahLst/>
              <a:cxnLst/>
              <a:rect l="l" t="t" r="r" b="b"/>
              <a:pathLst>
                <a:path w="2186" h="3941" extrusionOk="0">
                  <a:moveTo>
                    <a:pt x="1" y="0"/>
                  </a:moveTo>
                  <a:lnTo>
                    <a:pt x="1" y="3940"/>
                  </a:lnTo>
                  <a:lnTo>
                    <a:pt x="2186" y="3940"/>
                  </a:lnTo>
                  <a:lnTo>
                    <a:pt x="2186" y="0"/>
                  </a:lnTo>
                  <a:close/>
                </a:path>
              </a:pathLst>
            </a:custGeom>
            <a:solidFill>
              <a:srgbClr val="AEBECC"/>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049;p63">
              <a:extLst>
                <a:ext uri="{FF2B5EF4-FFF2-40B4-BE49-F238E27FC236}">
                  <a16:creationId xmlns:a16="http://schemas.microsoft.com/office/drawing/2014/main" id="{5DB96DC3-599C-19BE-AC76-B203B21885DC}"/>
                </a:ext>
              </a:extLst>
            </p:cNvPr>
            <p:cNvSpPr/>
            <p:nvPr/>
          </p:nvSpPr>
          <p:spPr>
            <a:xfrm>
              <a:off x="3574728" y="1714102"/>
              <a:ext cx="57240" cy="17256"/>
            </a:xfrm>
            <a:custGeom>
              <a:avLst/>
              <a:gdLst/>
              <a:ahLst/>
              <a:cxnLst/>
              <a:rect l="l" t="t" r="r" b="b"/>
              <a:pathLst>
                <a:path w="2186" h="659" extrusionOk="0">
                  <a:moveTo>
                    <a:pt x="1" y="0"/>
                  </a:moveTo>
                  <a:lnTo>
                    <a:pt x="1" y="658"/>
                  </a:lnTo>
                  <a:lnTo>
                    <a:pt x="2186" y="658"/>
                  </a:lnTo>
                  <a:lnTo>
                    <a:pt x="2186" y="0"/>
                  </a:lnTo>
                  <a:close/>
                </a:path>
              </a:pathLst>
            </a:custGeom>
            <a:solidFill>
              <a:srgbClr val="96A7B6"/>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050;p63">
              <a:extLst>
                <a:ext uri="{FF2B5EF4-FFF2-40B4-BE49-F238E27FC236}">
                  <a16:creationId xmlns:a16="http://schemas.microsoft.com/office/drawing/2014/main" id="{B420557A-9A4D-CA3B-A481-3546A9B14F0D}"/>
                </a:ext>
              </a:extLst>
            </p:cNvPr>
            <p:cNvSpPr/>
            <p:nvPr/>
          </p:nvSpPr>
          <p:spPr>
            <a:xfrm>
              <a:off x="3574728" y="1731332"/>
              <a:ext cx="57240" cy="91700"/>
            </a:xfrm>
            <a:custGeom>
              <a:avLst/>
              <a:gdLst/>
              <a:ahLst/>
              <a:cxnLst/>
              <a:rect l="l" t="t" r="r" b="b"/>
              <a:pathLst>
                <a:path w="2186" h="3502" extrusionOk="0">
                  <a:moveTo>
                    <a:pt x="1" y="0"/>
                  </a:moveTo>
                  <a:lnTo>
                    <a:pt x="1" y="3282"/>
                  </a:lnTo>
                  <a:cubicBezTo>
                    <a:pt x="1" y="3406"/>
                    <a:pt x="96" y="3502"/>
                    <a:pt x="220" y="3502"/>
                  </a:cubicBezTo>
                  <a:lnTo>
                    <a:pt x="1088" y="3502"/>
                  </a:lnTo>
                  <a:cubicBezTo>
                    <a:pt x="1193" y="3502"/>
                    <a:pt x="1279" y="3435"/>
                    <a:pt x="1308" y="3339"/>
                  </a:cubicBezTo>
                  <a:lnTo>
                    <a:pt x="2186" y="0"/>
                  </a:lnTo>
                  <a:close/>
                </a:path>
              </a:pathLst>
            </a:custGeom>
            <a:solidFill>
              <a:srgbClr val="ACBDCB"/>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051;p63">
              <a:extLst>
                <a:ext uri="{FF2B5EF4-FFF2-40B4-BE49-F238E27FC236}">
                  <a16:creationId xmlns:a16="http://schemas.microsoft.com/office/drawing/2014/main" id="{22CA7DF7-7C3A-EEE4-53EF-A932DB2708BE}"/>
                </a:ext>
              </a:extLst>
            </p:cNvPr>
            <p:cNvSpPr/>
            <p:nvPr/>
          </p:nvSpPr>
          <p:spPr>
            <a:xfrm>
              <a:off x="3870514" y="1674118"/>
              <a:ext cx="32496" cy="11521"/>
            </a:xfrm>
            <a:custGeom>
              <a:avLst/>
              <a:gdLst/>
              <a:ahLst/>
              <a:cxnLst/>
              <a:rect l="l" t="t" r="r" b="b"/>
              <a:pathLst>
                <a:path w="1241" h="440" extrusionOk="0">
                  <a:moveTo>
                    <a:pt x="296" y="1"/>
                  </a:moveTo>
                  <a:cubicBezTo>
                    <a:pt x="0" y="1"/>
                    <a:pt x="0" y="440"/>
                    <a:pt x="296" y="440"/>
                  </a:cubicBezTo>
                  <a:lnTo>
                    <a:pt x="954" y="440"/>
                  </a:lnTo>
                  <a:cubicBezTo>
                    <a:pt x="1240" y="440"/>
                    <a:pt x="1240" y="1"/>
                    <a:pt x="954" y="1"/>
                  </a:cubicBezTo>
                  <a:close/>
                </a:path>
              </a:pathLst>
            </a:custGeom>
            <a:solidFill>
              <a:srgbClr val="C2CED8"/>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052;p63">
              <a:extLst>
                <a:ext uri="{FF2B5EF4-FFF2-40B4-BE49-F238E27FC236}">
                  <a16:creationId xmlns:a16="http://schemas.microsoft.com/office/drawing/2014/main" id="{FD41B172-95F1-DEAA-04F5-31D76AA98C76}"/>
                </a:ext>
              </a:extLst>
            </p:cNvPr>
            <p:cNvSpPr/>
            <p:nvPr/>
          </p:nvSpPr>
          <p:spPr>
            <a:xfrm>
              <a:off x="3848781" y="1609493"/>
              <a:ext cx="27232" cy="23436"/>
            </a:xfrm>
            <a:custGeom>
              <a:avLst/>
              <a:gdLst/>
              <a:ahLst/>
              <a:cxnLst/>
              <a:rect l="l" t="t" r="r" b="b"/>
              <a:pathLst>
                <a:path w="1040" h="895" extrusionOk="0">
                  <a:moveTo>
                    <a:pt x="741" y="0"/>
                  </a:moveTo>
                  <a:cubicBezTo>
                    <a:pt x="695" y="0"/>
                    <a:pt x="646" y="17"/>
                    <a:pt x="601" y="55"/>
                  </a:cubicBezTo>
                  <a:lnTo>
                    <a:pt x="134" y="523"/>
                  </a:lnTo>
                  <a:cubicBezTo>
                    <a:pt x="0" y="656"/>
                    <a:pt x="96" y="885"/>
                    <a:pt x="286" y="895"/>
                  </a:cubicBezTo>
                  <a:cubicBezTo>
                    <a:pt x="353" y="895"/>
                    <a:pt x="401" y="866"/>
                    <a:pt x="449" y="828"/>
                  </a:cubicBezTo>
                  <a:lnTo>
                    <a:pt x="906" y="360"/>
                  </a:lnTo>
                  <a:cubicBezTo>
                    <a:pt x="1040" y="198"/>
                    <a:pt x="903" y="0"/>
                    <a:pt x="741" y="0"/>
                  </a:cubicBezTo>
                  <a:close/>
                </a:path>
              </a:pathLst>
            </a:custGeom>
            <a:solidFill>
              <a:srgbClr val="C2CED8"/>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053;p63">
              <a:extLst>
                <a:ext uri="{FF2B5EF4-FFF2-40B4-BE49-F238E27FC236}">
                  <a16:creationId xmlns:a16="http://schemas.microsoft.com/office/drawing/2014/main" id="{065B2D4C-BB9E-B135-E4CE-F7831FD80DD1}"/>
                </a:ext>
              </a:extLst>
            </p:cNvPr>
            <p:cNvSpPr/>
            <p:nvPr/>
          </p:nvSpPr>
          <p:spPr>
            <a:xfrm>
              <a:off x="3848231" y="1726618"/>
              <a:ext cx="27808" cy="23724"/>
            </a:xfrm>
            <a:custGeom>
              <a:avLst/>
              <a:gdLst/>
              <a:ahLst/>
              <a:cxnLst/>
              <a:rect l="l" t="t" r="r" b="b"/>
              <a:pathLst>
                <a:path w="1062" h="906" extrusionOk="0">
                  <a:moveTo>
                    <a:pt x="317" y="1"/>
                  </a:moveTo>
                  <a:cubicBezTo>
                    <a:pt x="146" y="1"/>
                    <a:pt x="0" y="219"/>
                    <a:pt x="155" y="381"/>
                  </a:cubicBezTo>
                  <a:lnTo>
                    <a:pt x="622" y="839"/>
                  </a:lnTo>
                  <a:cubicBezTo>
                    <a:pt x="660" y="886"/>
                    <a:pt x="718" y="905"/>
                    <a:pt x="775" y="905"/>
                  </a:cubicBezTo>
                  <a:cubicBezTo>
                    <a:pt x="966" y="905"/>
                    <a:pt x="1061" y="667"/>
                    <a:pt x="927" y="533"/>
                  </a:cubicBezTo>
                  <a:lnTo>
                    <a:pt x="470" y="66"/>
                  </a:lnTo>
                  <a:cubicBezTo>
                    <a:pt x="421" y="20"/>
                    <a:pt x="368" y="1"/>
                    <a:pt x="317" y="1"/>
                  </a:cubicBezTo>
                  <a:close/>
                </a:path>
              </a:pathLst>
            </a:custGeom>
            <a:solidFill>
              <a:srgbClr val="C2CED8"/>
            </a:solidFill>
            <a:ln>
              <a:solidFill>
                <a:schemeClr val="accent2">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 name="Google Shape;1001;p34">
            <a:extLst>
              <a:ext uri="{FF2B5EF4-FFF2-40B4-BE49-F238E27FC236}">
                <a16:creationId xmlns:a16="http://schemas.microsoft.com/office/drawing/2014/main" id="{5E0E7A92-F551-818E-774F-3CEBCAA769BF}"/>
              </a:ext>
            </a:extLst>
          </p:cNvPr>
          <p:cNvSpPr txBox="1">
            <a:spLocks/>
          </p:cNvSpPr>
          <p:nvPr/>
        </p:nvSpPr>
        <p:spPr>
          <a:xfrm>
            <a:off x="1180255" y="3906534"/>
            <a:ext cx="210840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Bebas Neue"/>
              <a:buNone/>
              <a:defRPr sz="1800" b="0" i="0" u="none" strike="noStrike" cap="none" spc="0">
                <a:solidFill>
                  <a:schemeClr val="dk1"/>
                </a:solidFill>
                <a:latin typeface="Kanit Medium"/>
                <a:ea typeface="Kanit Medium"/>
                <a:cs typeface="Kanit Medium"/>
                <a:sym typeface="Kanit Medium"/>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9pPr>
          </a:lstStyle>
          <a:p>
            <a:pPr marL="0" indent="0"/>
            <a:r>
              <a:rPr lang="ar-PS" dirty="0">
                <a:cs typeface="+mn-cs"/>
              </a:rPr>
              <a:t>فرص العمل</a:t>
            </a:r>
            <a:endParaRPr lang="ar-SA" dirty="0">
              <a:cs typeface="+mn-cs"/>
            </a:endParaRPr>
          </a:p>
        </p:txBody>
      </p:sp>
      <p:sp>
        <p:nvSpPr>
          <p:cNvPr id="20" name="Google Shape;1005;p34">
            <a:extLst>
              <a:ext uri="{FF2B5EF4-FFF2-40B4-BE49-F238E27FC236}">
                <a16:creationId xmlns:a16="http://schemas.microsoft.com/office/drawing/2014/main" id="{7546A6C6-2044-A8DE-61CD-1F52FDC8C747}"/>
              </a:ext>
            </a:extLst>
          </p:cNvPr>
          <p:cNvSpPr txBox="1">
            <a:spLocks/>
          </p:cNvSpPr>
          <p:nvPr/>
        </p:nvSpPr>
        <p:spPr>
          <a:xfrm>
            <a:off x="1202114" y="4181652"/>
            <a:ext cx="2108400" cy="89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Roboto"/>
              <a:buNone/>
              <a:defRPr sz="1200" b="0" i="0" u="none" strike="noStrike" cap="none" spc="0">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9pPr>
          </a:lstStyle>
          <a:p>
            <a:pPr marL="0" indent="0"/>
            <a:r>
              <a:rPr lang="ar-PS" sz="1600" dirty="0"/>
              <a:t>ربط الباحثين عن العمل بالمؤسسات والشركات التي تحتاج إلى الكفاءات.</a:t>
            </a:r>
            <a:endParaRPr lang="ar-SA" sz="1600" dirty="0"/>
          </a:p>
        </p:txBody>
      </p:sp>
      <p:sp>
        <p:nvSpPr>
          <p:cNvPr id="55" name="Google Shape;1001;p34">
            <a:extLst>
              <a:ext uri="{FF2B5EF4-FFF2-40B4-BE49-F238E27FC236}">
                <a16:creationId xmlns:a16="http://schemas.microsoft.com/office/drawing/2014/main" id="{5C2DD107-C205-D0A5-3478-C0B0BA856DED}"/>
              </a:ext>
            </a:extLst>
          </p:cNvPr>
          <p:cNvSpPr txBox="1">
            <a:spLocks/>
          </p:cNvSpPr>
          <p:nvPr/>
        </p:nvSpPr>
        <p:spPr>
          <a:xfrm>
            <a:off x="3498912" y="3945082"/>
            <a:ext cx="210840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Bebas Neue"/>
              <a:buNone/>
              <a:defRPr sz="1800" b="0" i="0" u="none" strike="noStrike" cap="none" spc="0">
                <a:solidFill>
                  <a:schemeClr val="dk1"/>
                </a:solidFill>
                <a:latin typeface="Kanit Medium"/>
                <a:ea typeface="Kanit Medium"/>
                <a:cs typeface="Kanit Medium"/>
                <a:sym typeface="Kanit Medium"/>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9pPr>
          </a:lstStyle>
          <a:p>
            <a:pPr marL="0" indent="0"/>
            <a:r>
              <a:rPr lang="ar-PS" dirty="0">
                <a:cs typeface="+mn-cs"/>
              </a:rPr>
              <a:t>الاستثمار</a:t>
            </a:r>
            <a:endParaRPr lang="ar-SA" dirty="0">
              <a:cs typeface="+mn-cs"/>
            </a:endParaRPr>
          </a:p>
        </p:txBody>
      </p:sp>
      <p:sp>
        <p:nvSpPr>
          <p:cNvPr id="56" name="Google Shape;1005;p34">
            <a:extLst>
              <a:ext uri="{FF2B5EF4-FFF2-40B4-BE49-F238E27FC236}">
                <a16:creationId xmlns:a16="http://schemas.microsoft.com/office/drawing/2014/main" id="{5F8754EB-2116-7E1C-E499-44BE0845F3A4}"/>
              </a:ext>
            </a:extLst>
          </p:cNvPr>
          <p:cNvSpPr txBox="1">
            <a:spLocks/>
          </p:cNvSpPr>
          <p:nvPr/>
        </p:nvSpPr>
        <p:spPr>
          <a:xfrm>
            <a:off x="3520771" y="4220200"/>
            <a:ext cx="2108400" cy="89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Roboto"/>
              <a:buNone/>
              <a:defRPr sz="1200" b="0" i="0" u="none" strike="noStrike" cap="none" spc="0">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9pPr>
          </a:lstStyle>
          <a:p>
            <a:pPr marL="0" indent="0"/>
            <a:r>
              <a:rPr lang="ar-PS" sz="1600" dirty="0"/>
              <a:t>إتاحة فرص للمستثمرين للوصول إلى مشاريع وشركات قابلة للنمو.</a:t>
            </a:r>
            <a:endParaRPr lang="ar-SA" sz="1600" dirty="0"/>
          </a:p>
        </p:txBody>
      </p:sp>
      <p:sp>
        <p:nvSpPr>
          <p:cNvPr id="969" name="Google Shape;1001;p34">
            <a:extLst>
              <a:ext uri="{FF2B5EF4-FFF2-40B4-BE49-F238E27FC236}">
                <a16:creationId xmlns:a16="http://schemas.microsoft.com/office/drawing/2014/main" id="{48F6EF6B-2AFC-B024-4AA2-69CBF4CD327F}"/>
              </a:ext>
            </a:extLst>
          </p:cNvPr>
          <p:cNvSpPr txBox="1">
            <a:spLocks/>
          </p:cNvSpPr>
          <p:nvPr/>
        </p:nvSpPr>
        <p:spPr>
          <a:xfrm>
            <a:off x="5756740" y="3945082"/>
            <a:ext cx="210840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Bebas Neue"/>
              <a:buNone/>
              <a:defRPr sz="1800" b="0" i="0" u="none" strike="noStrike" cap="none" spc="0">
                <a:solidFill>
                  <a:schemeClr val="dk1"/>
                </a:solidFill>
                <a:latin typeface="Kanit Medium"/>
                <a:ea typeface="Kanit Medium"/>
                <a:cs typeface="Kanit Medium"/>
                <a:sym typeface="Kanit Medium"/>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spc="0">
                <a:solidFill>
                  <a:schemeClr val="dk1"/>
                </a:solidFill>
                <a:latin typeface="Bebas Neue"/>
                <a:ea typeface="Bebas Neue"/>
                <a:cs typeface="Bebas Neue"/>
                <a:sym typeface="Bebas Neue"/>
              </a:defRPr>
            </a:lvl9pPr>
          </a:lstStyle>
          <a:p>
            <a:pPr marL="0" indent="0"/>
            <a:r>
              <a:rPr lang="ar-PS" dirty="0">
                <a:cs typeface="+mn-cs"/>
              </a:rPr>
              <a:t>متابعة الأثر</a:t>
            </a:r>
            <a:endParaRPr lang="ar-SA" dirty="0">
              <a:cs typeface="+mn-cs"/>
            </a:endParaRPr>
          </a:p>
        </p:txBody>
      </p:sp>
      <p:sp>
        <p:nvSpPr>
          <p:cNvPr id="970" name="Google Shape;1005;p34">
            <a:extLst>
              <a:ext uri="{FF2B5EF4-FFF2-40B4-BE49-F238E27FC236}">
                <a16:creationId xmlns:a16="http://schemas.microsoft.com/office/drawing/2014/main" id="{775393C4-E82D-658E-75EB-BCB58C190531}"/>
              </a:ext>
            </a:extLst>
          </p:cNvPr>
          <p:cNvSpPr txBox="1">
            <a:spLocks/>
          </p:cNvSpPr>
          <p:nvPr/>
        </p:nvSpPr>
        <p:spPr>
          <a:xfrm>
            <a:off x="5778599" y="4220200"/>
            <a:ext cx="2108400" cy="89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400"/>
              <a:buFont typeface="Roboto"/>
              <a:buNone/>
              <a:defRPr sz="1200" b="0" i="0" u="none" strike="noStrike" cap="none" spc="0">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spc="0">
                <a:solidFill>
                  <a:schemeClr val="dk1"/>
                </a:solidFill>
                <a:latin typeface="Roboto"/>
                <a:ea typeface="Roboto"/>
                <a:cs typeface="Roboto"/>
                <a:sym typeface="Roboto"/>
              </a:defRPr>
            </a:lvl9pPr>
          </a:lstStyle>
          <a:p>
            <a:pPr marL="0" indent="0"/>
            <a:r>
              <a:rPr lang="ar-PS" sz="1600" dirty="0"/>
              <a:t>معرفة ما الذي حدث بعد تقديم الدعم، وليس فقط أين ذهب المال.</a:t>
            </a:r>
            <a:endParaRPr lang="ar-SA" sz="1600" dirty="0"/>
          </a:p>
        </p:txBody>
      </p:sp>
      <p:grpSp>
        <p:nvGrpSpPr>
          <p:cNvPr id="988" name="Google Shape;6165;p60">
            <a:extLst>
              <a:ext uri="{FF2B5EF4-FFF2-40B4-BE49-F238E27FC236}">
                <a16:creationId xmlns:a16="http://schemas.microsoft.com/office/drawing/2014/main" id="{AF9DFBFE-E7E0-06C0-8458-31E279CE395D}"/>
              </a:ext>
            </a:extLst>
          </p:cNvPr>
          <p:cNvGrpSpPr/>
          <p:nvPr/>
        </p:nvGrpSpPr>
        <p:grpSpPr>
          <a:xfrm>
            <a:off x="4293875" y="3578833"/>
            <a:ext cx="402757" cy="372728"/>
            <a:chOff x="7402362" y="3681535"/>
            <a:chExt cx="402757" cy="372728"/>
          </a:xfrm>
        </p:grpSpPr>
        <p:sp>
          <p:nvSpPr>
            <p:cNvPr id="989" name="Google Shape;6166;p60">
              <a:extLst>
                <a:ext uri="{FF2B5EF4-FFF2-40B4-BE49-F238E27FC236}">
                  <a16:creationId xmlns:a16="http://schemas.microsoft.com/office/drawing/2014/main" id="{E21D75A6-8C6A-04BA-D10C-6CB0E2088764}"/>
                </a:ext>
              </a:extLst>
            </p:cNvPr>
            <p:cNvSpPr/>
            <p:nvPr/>
          </p:nvSpPr>
          <p:spPr>
            <a:xfrm>
              <a:off x="7471248" y="3681535"/>
              <a:ext cx="333871" cy="303763"/>
            </a:xfrm>
            <a:custGeom>
              <a:avLst/>
              <a:gdLst/>
              <a:ahLst/>
              <a:cxnLst/>
              <a:rect l="l" t="t" r="r" b="b"/>
              <a:pathLst>
                <a:path w="12708" h="11562" extrusionOk="0">
                  <a:moveTo>
                    <a:pt x="6341" y="0"/>
                  </a:moveTo>
                  <a:cubicBezTo>
                    <a:pt x="4868" y="0"/>
                    <a:pt x="3393" y="562"/>
                    <a:pt x="2268" y="1687"/>
                  </a:cubicBezTo>
                  <a:cubicBezTo>
                    <a:pt x="0" y="3955"/>
                    <a:pt x="21" y="7624"/>
                    <a:pt x="2296" y="9871"/>
                  </a:cubicBezTo>
                  <a:cubicBezTo>
                    <a:pt x="2407" y="9982"/>
                    <a:pt x="2518" y="10086"/>
                    <a:pt x="2636" y="10184"/>
                  </a:cubicBezTo>
                  <a:cubicBezTo>
                    <a:pt x="3718" y="11105"/>
                    <a:pt x="5049" y="11561"/>
                    <a:pt x="6375" y="11561"/>
                  </a:cubicBezTo>
                  <a:cubicBezTo>
                    <a:pt x="7854" y="11561"/>
                    <a:pt x="9327" y="10994"/>
                    <a:pt x="10446" y="9871"/>
                  </a:cubicBezTo>
                  <a:cubicBezTo>
                    <a:pt x="12576" y="7749"/>
                    <a:pt x="12707" y="4343"/>
                    <a:pt x="10758" y="2061"/>
                  </a:cubicBezTo>
                  <a:cubicBezTo>
                    <a:pt x="10661" y="1943"/>
                    <a:pt x="10557" y="1832"/>
                    <a:pt x="10446" y="1721"/>
                  </a:cubicBezTo>
                  <a:cubicBezTo>
                    <a:pt x="9320" y="574"/>
                    <a:pt x="7831" y="0"/>
                    <a:pt x="6341" y="0"/>
                  </a:cubicBezTo>
                  <a:close/>
                </a:path>
              </a:pathLst>
            </a:custGeom>
            <a:solidFill>
              <a:srgbClr val="8A9DB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6167;p60">
              <a:extLst>
                <a:ext uri="{FF2B5EF4-FFF2-40B4-BE49-F238E27FC236}">
                  <a16:creationId xmlns:a16="http://schemas.microsoft.com/office/drawing/2014/main" id="{3B7DAF3F-AD57-9265-CA1A-93006EA47170}"/>
                </a:ext>
              </a:extLst>
            </p:cNvPr>
            <p:cNvSpPr/>
            <p:nvPr/>
          </p:nvSpPr>
          <p:spPr>
            <a:xfrm>
              <a:off x="7540502" y="3735683"/>
              <a:ext cx="236741" cy="236558"/>
            </a:xfrm>
            <a:custGeom>
              <a:avLst/>
              <a:gdLst/>
              <a:ahLst/>
              <a:cxnLst/>
              <a:rect l="l" t="t" r="r" b="b"/>
              <a:pathLst>
                <a:path w="9011" h="9004" extrusionOk="0">
                  <a:moveTo>
                    <a:pt x="8122" y="0"/>
                  </a:moveTo>
                  <a:lnTo>
                    <a:pt x="0" y="8123"/>
                  </a:lnTo>
                  <a:cubicBezTo>
                    <a:pt x="423" y="8483"/>
                    <a:pt x="895" y="8781"/>
                    <a:pt x="1401" y="9003"/>
                  </a:cubicBezTo>
                  <a:lnTo>
                    <a:pt x="9010" y="1401"/>
                  </a:lnTo>
                  <a:cubicBezTo>
                    <a:pt x="8781" y="888"/>
                    <a:pt x="8483" y="416"/>
                    <a:pt x="8122" y="0"/>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6168;p60">
              <a:extLst>
                <a:ext uri="{FF2B5EF4-FFF2-40B4-BE49-F238E27FC236}">
                  <a16:creationId xmlns:a16="http://schemas.microsoft.com/office/drawing/2014/main" id="{827EBBAE-98C7-BE1C-9066-6BDF9A0B1731}"/>
                </a:ext>
              </a:extLst>
            </p:cNvPr>
            <p:cNvSpPr/>
            <p:nvPr/>
          </p:nvSpPr>
          <p:spPr>
            <a:xfrm>
              <a:off x="7472693" y="3728274"/>
              <a:ext cx="283585" cy="256998"/>
            </a:xfrm>
            <a:custGeom>
              <a:avLst/>
              <a:gdLst/>
              <a:ahLst/>
              <a:cxnLst/>
              <a:rect l="l" t="t" r="r" b="b"/>
              <a:pathLst>
                <a:path w="10794" h="9782" extrusionOk="0">
                  <a:moveTo>
                    <a:pt x="9427" y="8869"/>
                  </a:moveTo>
                  <a:cubicBezTo>
                    <a:pt x="9426" y="8870"/>
                    <a:pt x="9424" y="8871"/>
                    <a:pt x="9423" y="8872"/>
                  </a:cubicBezTo>
                  <a:lnTo>
                    <a:pt x="9423" y="8872"/>
                  </a:lnTo>
                  <a:cubicBezTo>
                    <a:pt x="9422" y="8873"/>
                    <a:pt x="9421" y="8875"/>
                    <a:pt x="9420" y="8876"/>
                  </a:cubicBezTo>
                  <a:lnTo>
                    <a:pt x="9427" y="8869"/>
                  </a:lnTo>
                  <a:close/>
                  <a:moveTo>
                    <a:pt x="4560" y="0"/>
                  </a:moveTo>
                  <a:cubicBezTo>
                    <a:pt x="3489" y="0"/>
                    <a:pt x="2412" y="298"/>
                    <a:pt x="1457" y="907"/>
                  </a:cubicBezTo>
                  <a:cubicBezTo>
                    <a:pt x="1" y="3189"/>
                    <a:pt x="327" y="6178"/>
                    <a:pt x="2241" y="8092"/>
                  </a:cubicBezTo>
                  <a:cubicBezTo>
                    <a:pt x="2352" y="8203"/>
                    <a:pt x="2463" y="8307"/>
                    <a:pt x="2574" y="8405"/>
                  </a:cubicBezTo>
                  <a:cubicBezTo>
                    <a:pt x="3647" y="9316"/>
                    <a:pt x="4980" y="9782"/>
                    <a:pt x="6320" y="9782"/>
                  </a:cubicBezTo>
                  <a:cubicBezTo>
                    <a:pt x="7394" y="9782"/>
                    <a:pt x="8472" y="9482"/>
                    <a:pt x="9423" y="8872"/>
                  </a:cubicBezTo>
                  <a:lnTo>
                    <a:pt x="9423" y="8872"/>
                  </a:lnTo>
                  <a:cubicBezTo>
                    <a:pt x="10793" y="6736"/>
                    <a:pt x="10605" y="3957"/>
                    <a:pt x="8955" y="2023"/>
                  </a:cubicBezTo>
                  <a:cubicBezTo>
                    <a:pt x="8858" y="1912"/>
                    <a:pt x="8754" y="1794"/>
                    <a:pt x="8643" y="1690"/>
                  </a:cubicBezTo>
                  <a:cubicBezTo>
                    <a:pt x="7529" y="576"/>
                    <a:pt x="6051" y="0"/>
                    <a:pt x="4560" y="0"/>
                  </a:cubicBezTo>
                  <a:close/>
                </a:path>
              </a:pathLst>
            </a:custGeom>
            <a:solidFill>
              <a:srgbClr val="68819A"/>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6169;p60">
              <a:extLst>
                <a:ext uri="{FF2B5EF4-FFF2-40B4-BE49-F238E27FC236}">
                  <a16:creationId xmlns:a16="http://schemas.microsoft.com/office/drawing/2014/main" id="{10082869-A298-77A2-1B55-D345AB4AE697}"/>
                </a:ext>
              </a:extLst>
            </p:cNvPr>
            <p:cNvSpPr/>
            <p:nvPr/>
          </p:nvSpPr>
          <p:spPr>
            <a:xfrm>
              <a:off x="7508791" y="3711985"/>
              <a:ext cx="251691" cy="243572"/>
            </a:xfrm>
            <a:custGeom>
              <a:avLst/>
              <a:gdLst/>
              <a:ahLst/>
              <a:cxnLst/>
              <a:rect l="l" t="t" r="r" b="b"/>
              <a:pathLst>
                <a:path w="9580" h="9271" extrusionOk="0">
                  <a:moveTo>
                    <a:pt x="4946" y="1"/>
                  </a:moveTo>
                  <a:cubicBezTo>
                    <a:pt x="4842" y="1"/>
                    <a:pt x="4738" y="7"/>
                    <a:pt x="4641" y="14"/>
                  </a:cubicBezTo>
                  <a:cubicBezTo>
                    <a:pt x="2906" y="125"/>
                    <a:pt x="1381" y="1201"/>
                    <a:pt x="694" y="2796"/>
                  </a:cubicBezTo>
                  <a:cubicBezTo>
                    <a:pt x="0" y="4384"/>
                    <a:pt x="257" y="6229"/>
                    <a:pt x="1360" y="7575"/>
                  </a:cubicBezTo>
                  <a:cubicBezTo>
                    <a:pt x="1561" y="7818"/>
                    <a:pt x="1790" y="8047"/>
                    <a:pt x="2039" y="8248"/>
                  </a:cubicBezTo>
                  <a:cubicBezTo>
                    <a:pt x="2878" y="8922"/>
                    <a:pt x="3906" y="9270"/>
                    <a:pt x="4943" y="9270"/>
                  </a:cubicBezTo>
                  <a:cubicBezTo>
                    <a:pt x="5623" y="9270"/>
                    <a:pt x="6306" y="9121"/>
                    <a:pt x="6943" y="8816"/>
                  </a:cubicBezTo>
                  <a:cubicBezTo>
                    <a:pt x="8553" y="8047"/>
                    <a:pt x="9579" y="6417"/>
                    <a:pt x="9579" y="4634"/>
                  </a:cubicBezTo>
                  <a:cubicBezTo>
                    <a:pt x="9579" y="3247"/>
                    <a:pt x="8955" y="1936"/>
                    <a:pt x="7880" y="1055"/>
                  </a:cubicBezTo>
                  <a:cubicBezTo>
                    <a:pt x="7741" y="937"/>
                    <a:pt x="7595" y="833"/>
                    <a:pt x="7443" y="736"/>
                  </a:cubicBezTo>
                  <a:cubicBezTo>
                    <a:pt x="6694" y="257"/>
                    <a:pt x="5827" y="1"/>
                    <a:pt x="4946" y="1"/>
                  </a:cubicBezTo>
                  <a:close/>
                </a:path>
              </a:pathLst>
            </a:custGeom>
            <a:solidFill>
              <a:srgbClr val="BAC5D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6170;p60">
              <a:extLst>
                <a:ext uri="{FF2B5EF4-FFF2-40B4-BE49-F238E27FC236}">
                  <a16:creationId xmlns:a16="http://schemas.microsoft.com/office/drawing/2014/main" id="{D4C4F83D-4D51-0685-D097-02124CBDCF7C}"/>
                </a:ext>
              </a:extLst>
            </p:cNvPr>
            <p:cNvSpPr/>
            <p:nvPr/>
          </p:nvSpPr>
          <p:spPr>
            <a:xfrm>
              <a:off x="7496575" y="3728248"/>
              <a:ext cx="251323" cy="227310"/>
            </a:xfrm>
            <a:custGeom>
              <a:avLst/>
              <a:gdLst/>
              <a:ahLst/>
              <a:cxnLst/>
              <a:rect l="l" t="t" r="r" b="b"/>
              <a:pathLst>
                <a:path w="9566" h="8652" extrusionOk="0">
                  <a:moveTo>
                    <a:pt x="3663" y="0"/>
                  </a:moveTo>
                  <a:cubicBezTo>
                    <a:pt x="3458" y="0"/>
                    <a:pt x="3252" y="11"/>
                    <a:pt x="3045" y="34"/>
                  </a:cubicBezTo>
                  <a:cubicBezTo>
                    <a:pt x="444" y="1580"/>
                    <a:pt x="0" y="5159"/>
                    <a:pt x="2137" y="7296"/>
                  </a:cubicBezTo>
                  <a:cubicBezTo>
                    <a:pt x="3053" y="8211"/>
                    <a:pt x="4232" y="8652"/>
                    <a:pt x="5403" y="8652"/>
                  </a:cubicBezTo>
                  <a:cubicBezTo>
                    <a:pt x="6963" y="8652"/>
                    <a:pt x="8508" y="7869"/>
                    <a:pt x="9392" y="6387"/>
                  </a:cubicBezTo>
                  <a:cubicBezTo>
                    <a:pt x="9565" y="4813"/>
                    <a:pt x="9080" y="3231"/>
                    <a:pt x="8053" y="2024"/>
                  </a:cubicBezTo>
                  <a:cubicBezTo>
                    <a:pt x="7949" y="1913"/>
                    <a:pt x="7845" y="1795"/>
                    <a:pt x="7741" y="1691"/>
                  </a:cubicBezTo>
                  <a:cubicBezTo>
                    <a:pt x="6653" y="603"/>
                    <a:pt x="5183" y="0"/>
                    <a:pt x="3663" y="0"/>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6171;p60">
              <a:extLst>
                <a:ext uri="{FF2B5EF4-FFF2-40B4-BE49-F238E27FC236}">
                  <a16:creationId xmlns:a16="http://schemas.microsoft.com/office/drawing/2014/main" id="{6F87D429-1E07-FD15-DB73-30467335CC4E}"/>
                </a:ext>
              </a:extLst>
            </p:cNvPr>
            <p:cNvSpPr/>
            <p:nvPr/>
          </p:nvSpPr>
          <p:spPr>
            <a:xfrm>
              <a:off x="7511524" y="3731296"/>
              <a:ext cx="221976" cy="232564"/>
            </a:xfrm>
            <a:custGeom>
              <a:avLst/>
              <a:gdLst/>
              <a:ahLst/>
              <a:cxnLst/>
              <a:rect l="l" t="t" r="r" b="b"/>
              <a:pathLst>
                <a:path w="8449" h="8852" extrusionOk="0">
                  <a:moveTo>
                    <a:pt x="7339" y="1"/>
                  </a:moveTo>
                  <a:lnTo>
                    <a:pt x="0" y="7339"/>
                  </a:lnTo>
                  <a:cubicBezTo>
                    <a:pt x="139" y="7866"/>
                    <a:pt x="340" y="8373"/>
                    <a:pt x="597" y="8851"/>
                  </a:cubicBezTo>
                  <a:lnTo>
                    <a:pt x="1935" y="7513"/>
                  </a:lnTo>
                  <a:lnTo>
                    <a:pt x="8449" y="1000"/>
                  </a:lnTo>
                  <a:cubicBezTo>
                    <a:pt x="8247" y="750"/>
                    <a:pt x="8025" y="521"/>
                    <a:pt x="7776" y="320"/>
                  </a:cubicBezTo>
                  <a:cubicBezTo>
                    <a:pt x="7637" y="202"/>
                    <a:pt x="7491" y="98"/>
                    <a:pt x="7339" y="1"/>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6172;p60">
              <a:extLst>
                <a:ext uri="{FF2B5EF4-FFF2-40B4-BE49-F238E27FC236}">
                  <a16:creationId xmlns:a16="http://schemas.microsoft.com/office/drawing/2014/main" id="{C89DF575-904D-134C-6F77-F2906024A7FB}"/>
                </a:ext>
              </a:extLst>
            </p:cNvPr>
            <p:cNvSpPr/>
            <p:nvPr/>
          </p:nvSpPr>
          <p:spPr>
            <a:xfrm>
              <a:off x="7519721" y="3712169"/>
              <a:ext cx="144157" cy="136696"/>
            </a:xfrm>
            <a:custGeom>
              <a:avLst/>
              <a:gdLst/>
              <a:ahLst/>
              <a:cxnLst/>
              <a:rect l="l" t="t" r="r" b="b"/>
              <a:pathLst>
                <a:path w="5487" h="5203" extrusionOk="0">
                  <a:moveTo>
                    <a:pt x="4530" y="0"/>
                  </a:moveTo>
                  <a:cubicBezTo>
                    <a:pt x="4426" y="0"/>
                    <a:pt x="4322" y="7"/>
                    <a:pt x="4225" y="14"/>
                  </a:cubicBezTo>
                  <a:lnTo>
                    <a:pt x="0" y="4232"/>
                  </a:lnTo>
                  <a:cubicBezTo>
                    <a:pt x="91" y="4571"/>
                    <a:pt x="215" y="4897"/>
                    <a:pt x="382" y="5203"/>
                  </a:cubicBezTo>
                  <a:lnTo>
                    <a:pt x="5487" y="98"/>
                  </a:lnTo>
                  <a:cubicBezTo>
                    <a:pt x="5175" y="35"/>
                    <a:pt x="4849" y="0"/>
                    <a:pt x="4530" y="0"/>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6173;p60">
              <a:extLst>
                <a:ext uri="{FF2B5EF4-FFF2-40B4-BE49-F238E27FC236}">
                  <a16:creationId xmlns:a16="http://schemas.microsoft.com/office/drawing/2014/main" id="{4760D48A-8137-6F9D-51CE-7FD41377F6DC}"/>
                </a:ext>
              </a:extLst>
            </p:cNvPr>
            <p:cNvSpPr/>
            <p:nvPr/>
          </p:nvSpPr>
          <p:spPr>
            <a:xfrm>
              <a:off x="7502039" y="3706442"/>
              <a:ext cx="276466" cy="254686"/>
            </a:xfrm>
            <a:custGeom>
              <a:avLst/>
              <a:gdLst/>
              <a:ahLst/>
              <a:cxnLst/>
              <a:rect l="l" t="t" r="r" b="b"/>
              <a:pathLst>
                <a:path w="10523" h="9694" extrusionOk="0">
                  <a:moveTo>
                    <a:pt x="5203" y="434"/>
                  </a:moveTo>
                  <a:cubicBezTo>
                    <a:pt x="6375" y="434"/>
                    <a:pt x="7492" y="898"/>
                    <a:pt x="8324" y="1724"/>
                  </a:cubicBezTo>
                  <a:cubicBezTo>
                    <a:pt x="9808" y="3215"/>
                    <a:pt x="10044" y="5545"/>
                    <a:pt x="8872" y="7300"/>
                  </a:cubicBezTo>
                  <a:cubicBezTo>
                    <a:pt x="8035" y="8555"/>
                    <a:pt x="6642" y="9259"/>
                    <a:pt x="5203" y="9259"/>
                  </a:cubicBezTo>
                  <a:cubicBezTo>
                    <a:pt x="4638" y="9259"/>
                    <a:pt x="4065" y="9150"/>
                    <a:pt x="3517" y="8923"/>
                  </a:cubicBezTo>
                  <a:cubicBezTo>
                    <a:pt x="1568" y="8119"/>
                    <a:pt x="465" y="6052"/>
                    <a:pt x="875" y="3992"/>
                  </a:cubicBezTo>
                  <a:cubicBezTo>
                    <a:pt x="1284" y="1925"/>
                    <a:pt x="3094" y="434"/>
                    <a:pt x="5203" y="434"/>
                  </a:cubicBezTo>
                  <a:close/>
                  <a:moveTo>
                    <a:pt x="5207" y="0"/>
                  </a:moveTo>
                  <a:cubicBezTo>
                    <a:pt x="4584" y="0"/>
                    <a:pt x="3954" y="120"/>
                    <a:pt x="3351" y="371"/>
                  </a:cubicBezTo>
                  <a:cubicBezTo>
                    <a:pt x="1214" y="1252"/>
                    <a:pt x="1" y="3520"/>
                    <a:pt x="451" y="5788"/>
                  </a:cubicBezTo>
                  <a:cubicBezTo>
                    <a:pt x="895" y="8056"/>
                    <a:pt x="2886" y="9693"/>
                    <a:pt x="5203" y="9693"/>
                  </a:cubicBezTo>
                  <a:cubicBezTo>
                    <a:pt x="5211" y="9693"/>
                    <a:pt x="5220" y="9693"/>
                    <a:pt x="5228" y="9693"/>
                  </a:cubicBezTo>
                  <a:cubicBezTo>
                    <a:pt x="6502" y="9693"/>
                    <a:pt x="7727" y="9181"/>
                    <a:pt x="8629" y="8278"/>
                  </a:cubicBezTo>
                  <a:cubicBezTo>
                    <a:pt x="10266" y="6641"/>
                    <a:pt x="10523" y="4082"/>
                    <a:pt x="9240" y="2154"/>
                  </a:cubicBezTo>
                  <a:cubicBezTo>
                    <a:pt x="8319" y="775"/>
                    <a:pt x="6788" y="0"/>
                    <a:pt x="5207" y="0"/>
                  </a:cubicBezTo>
                  <a:close/>
                </a:path>
              </a:pathLst>
            </a:custGeom>
            <a:solidFill>
              <a:srgbClr val="68819A"/>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6174;p60">
              <a:extLst>
                <a:ext uri="{FF2B5EF4-FFF2-40B4-BE49-F238E27FC236}">
                  <a16:creationId xmlns:a16="http://schemas.microsoft.com/office/drawing/2014/main" id="{D29D2A0A-33F3-C9C7-9217-CD3E33CC0FD9}"/>
                </a:ext>
              </a:extLst>
            </p:cNvPr>
            <p:cNvSpPr/>
            <p:nvPr/>
          </p:nvSpPr>
          <p:spPr>
            <a:xfrm>
              <a:off x="7402362" y="3750580"/>
              <a:ext cx="333871" cy="303684"/>
            </a:xfrm>
            <a:custGeom>
              <a:avLst/>
              <a:gdLst/>
              <a:ahLst/>
              <a:cxnLst/>
              <a:rect l="l" t="t" r="r" b="b"/>
              <a:pathLst>
                <a:path w="12708" h="11559" extrusionOk="0">
                  <a:moveTo>
                    <a:pt x="6339" y="0"/>
                  </a:moveTo>
                  <a:cubicBezTo>
                    <a:pt x="4863" y="0"/>
                    <a:pt x="3387" y="562"/>
                    <a:pt x="2262" y="1688"/>
                  </a:cubicBezTo>
                  <a:cubicBezTo>
                    <a:pt x="0" y="3949"/>
                    <a:pt x="14" y="7625"/>
                    <a:pt x="2296" y="9865"/>
                  </a:cubicBezTo>
                  <a:cubicBezTo>
                    <a:pt x="2407" y="9976"/>
                    <a:pt x="2518" y="10080"/>
                    <a:pt x="2629" y="10177"/>
                  </a:cubicBezTo>
                  <a:cubicBezTo>
                    <a:pt x="3711" y="11101"/>
                    <a:pt x="5041" y="11558"/>
                    <a:pt x="6368" y="11558"/>
                  </a:cubicBezTo>
                  <a:cubicBezTo>
                    <a:pt x="7850" y="11558"/>
                    <a:pt x="9327" y="10989"/>
                    <a:pt x="10446" y="9865"/>
                  </a:cubicBezTo>
                  <a:lnTo>
                    <a:pt x="10446" y="9872"/>
                  </a:lnTo>
                  <a:cubicBezTo>
                    <a:pt x="12569" y="7743"/>
                    <a:pt x="12708" y="4344"/>
                    <a:pt x="10758" y="2055"/>
                  </a:cubicBezTo>
                  <a:cubicBezTo>
                    <a:pt x="10654" y="1937"/>
                    <a:pt x="10557" y="1826"/>
                    <a:pt x="10446" y="1715"/>
                  </a:cubicBezTo>
                  <a:cubicBezTo>
                    <a:pt x="9318" y="573"/>
                    <a:pt x="7828" y="0"/>
                    <a:pt x="6339" y="0"/>
                  </a:cubicBezTo>
                  <a:close/>
                </a:path>
              </a:pathLst>
            </a:custGeom>
            <a:solidFill>
              <a:srgbClr val="8A9DB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6175;p60">
              <a:extLst>
                <a:ext uri="{FF2B5EF4-FFF2-40B4-BE49-F238E27FC236}">
                  <a16:creationId xmlns:a16="http://schemas.microsoft.com/office/drawing/2014/main" id="{6D7A7BDC-E56F-5EB1-8522-C6A1237782A6}"/>
                </a:ext>
              </a:extLst>
            </p:cNvPr>
            <p:cNvSpPr/>
            <p:nvPr/>
          </p:nvSpPr>
          <p:spPr>
            <a:xfrm>
              <a:off x="7471432" y="3804570"/>
              <a:ext cx="236741" cy="236741"/>
            </a:xfrm>
            <a:custGeom>
              <a:avLst/>
              <a:gdLst/>
              <a:ahLst/>
              <a:cxnLst/>
              <a:rect l="l" t="t" r="r" b="b"/>
              <a:pathLst>
                <a:path w="9011" h="9011" extrusionOk="0">
                  <a:moveTo>
                    <a:pt x="8129" y="0"/>
                  </a:moveTo>
                  <a:lnTo>
                    <a:pt x="0" y="8122"/>
                  </a:lnTo>
                  <a:cubicBezTo>
                    <a:pt x="423" y="8483"/>
                    <a:pt x="895" y="8781"/>
                    <a:pt x="1408" y="9010"/>
                  </a:cubicBezTo>
                  <a:lnTo>
                    <a:pt x="9010" y="1401"/>
                  </a:lnTo>
                  <a:cubicBezTo>
                    <a:pt x="8788" y="895"/>
                    <a:pt x="8490" y="423"/>
                    <a:pt x="8129" y="0"/>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6176;p60">
              <a:extLst>
                <a:ext uri="{FF2B5EF4-FFF2-40B4-BE49-F238E27FC236}">
                  <a16:creationId xmlns:a16="http://schemas.microsoft.com/office/drawing/2014/main" id="{EE7A6724-661E-E29C-F477-ADFCC5B78218}"/>
                </a:ext>
              </a:extLst>
            </p:cNvPr>
            <p:cNvSpPr/>
            <p:nvPr/>
          </p:nvSpPr>
          <p:spPr>
            <a:xfrm>
              <a:off x="7435334" y="3781029"/>
              <a:ext cx="256078" cy="243520"/>
            </a:xfrm>
            <a:custGeom>
              <a:avLst/>
              <a:gdLst/>
              <a:ahLst/>
              <a:cxnLst/>
              <a:rect l="l" t="t" r="r" b="b"/>
              <a:pathLst>
                <a:path w="9747" h="9269" extrusionOk="0">
                  <a:moveTo>
                    <a:pt x="5117" y="0"/>
                  </a:moveTo>
                  <a:cubicBezTo>
                    <a:pt x="4109" y="0"/>
                    <a:pt x="3101" y="328"/>
                    <a:pt x="2262" y="986"/>
                  </a:cubicBezTo>
                  <a:cubicBezTo>
                    <a:pt x="556" y="2318"/>
                    <a:pt x="1" y="4656"/>
                    <a:pt x="930" y="6618"/>
                  </a:cubicBezTo>
                  <a:cubicBezTo>
                    <a:pt x="1705" y="8262"/>
                    <a:pt x="3357" y="9269"/>
                    <a:pt x="5120" y="9269"/>
                  </a:cubicBezTo>
                  <a:cubicBezTo>
                    <a:pt x="5455" y="9269"/>
                    <a:pt x="5795" y="9232"/>
                    <a:pt x="6133" y="9157"/>
                  </a:cubicBezTo>
                  <a:cubicBezTo>
                    <a:pt x="8248" y="8679"/>
                    <a:pt x="9746" y="6799"/>
                    <a:pt x="9746" y="4635"/>
                  </a:cubicBezTo>
                  <a:cubicBezTo>
                    <a:pt x="9746" y="3247"/>
                    <a:pt x="9122" y="1930"/>
                    <a:pt x="8054" y="1049"/>
                  </a:cubicBezTo>
                  <a:cubicBezTo>
                    <a:pt x="7201" y="351"/>
                    <a:pt x="6159" y="0"/>
                    <a:pt x="5117" y="0"/>
                  </a:cubicBezTo>
                  <a:close/>
                </a:path>
              </a:pathLst>
            </a:custGeom>
            <a:solidFill>
              <a:srgbClr val="BAC5D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6177;p60">
              <a:extLst>
                <a:ext uri="{FF2B5EF4-FFF2-40B4-BE49-F238E27FC236}">
                  <a16:creationId xmlns:a16="http://schemas.microsoft.com/office/drawing/2014/main" id="{87F862CE-C366-758B-08DD-E16ED811247C}"/>
                </a:ext>
              </a:extLst>
            </p:cNvPr>
            <p:cNvSpPr/>
            <p:nvPr/>
          </p:nvSpPr>
          <p:spPr>
            <a:xfrm>
              <a:off x="7435701" y="3780924"/>
              <a:ext cx="211231" cy="198962"/>
            </a:xfrm>
            <a:custGeom>
              <a:avLst/>
              <a:gdLst/>
              <a:ahLst/>
              <a:cxnLst/>
              <a:rect l="l" t="t" r="r" b="b"/>
              <a:pathLst>
                <a:path w="8040" h="7573" extrusionOk="0">
                  <a:moveTo>
                    <a:pt x="5097" y="1"/>
                  </a:moveTo>
                  <a:cubicBezTo>
                    <a:pt x="3906" y="1"/>
                    <a:pt x="2718" y="458"/>
                    <a:pt x="1818" y="1358"/>
                  </a:cubicBezTo>
                  <a:cubicBezTo>
                    <a:pt x="133" y="3043"/>
                    <a:pt x="1" y="5735"/>
                    <a:pt x="1520" y="7573"/>
                  </a:cubicBezTo>
                  <a:lnTo>
                    <a:pt x="1520" y="7573"/>
                  </a:lnTo>
                  <a:lnTo>
                    <a:pt x="8040" y="1053"/>
                  </a:lnTo>
                  <a:cubicBezTo>
                    <a:pt x="7180" y="348"/>
                    <a:pt x="6137" y="1"/>
                    <a:pt x="5097" y="1"/>
                  </a:cubicBezTo>
                  <a:close/>
                </a:path>
              </a:pathLst>
            </a:custGeom>
            <a:solidFill>
              <a:srgbClr val="A2B1C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6178;p60">
              <a:extLst>
                <a:ext uri="{FF2B5EF4-FFF2-40B4-BE49-F238E27FC236}">
                  <a16:creationId xmlns:a16="http://schemas.microsoft.com/office/drawing/2014/main" id="{24BC0837-C9E6-5D1C-8864-DB778B25B837}"/>
                </a:ext>
              </a:extLst>
            </p:cNvPr>
            <p:cNvSpPr/>
            <p:nvPr/>
          </p:nvSpPr>
          <p:spPr>
            <a:xfrm>
              <a:off x="7452122" y="3785417"/>
              <a:ext cx="174949" cy="174791"/>
            </a:xfrm>
            <a:custGeom>
              <a:avLst/>
              <a:gdLst/>
              <a:ahLst/>
              <a:cxnLst/>
              <a:rect l="l" t="t" r="r" b="b"/>
              <a:pathLst>
                <a:path w="6659" h="6653" extrusionOk="0">
                  <a:moveTo>
                    <a:pt x="5688" y="1"/>
                  </a:moveTo>
                  <a:lnTo>
                    <a:pt x="0" y="5682"/>
                  </a:lnTo>
                  <a:cubicBezTo>
                    <a:pt x="97" y="6014"/>
                    <a:pt x="222" y="6340"/>
                    <a:pt x="388" y="6653"/>
                  </a:cubicBezTo>
                  <a:lnTo>
                    <a:pt x="6659" y="382"/>
                  </a:lnTo>
                  <a:cubicBezTo>
                    <a:pt x="6354" y="216"/>
                    <a:pt x="6028" y="91"/>
                    <a:pt x="5688" y="1"/>
                  </a:cubicBezTo>
                  <a:close/>
                </a:path>
              </a:pathLst>
            </a:custGeom>
            <a:solidFill>
              <a:srgbClr val="BAC5D1"/>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6179;p60">
              <a:extLst>
                <a:ext uri="{FF2B5EF4-FFF2-40B4-BE49-F238E27FC236}">
                  <a16:creationId xmlns:a16="http://schemas.microsoft.com/office/drawing/2014/main" id="{9B82C4BA-82F4-EA87-D3B4-C27E01C09D3C}"/>
                </a:ext>
              </a:extLst>
            </p:cNvPr>
            <p:cNvSpPr/>
            <p:nvPr/>
          </p:nvSpPr>
          <p:spPr>
            <a:xfrm>
              <a:off x="7432969" y="3775407"/>
              <a:ext cx="276466" cy="254791"/>
            </a:xfrm>
            <a:custGeom>
              <a:avLst/>
              <a:gdLst/>
              <a:ahLst/>
              <a:cxnLst/>
              <a:rect l="l" t="t" r="r" b="b"/>
              <a:pathLst>
                <a:path w="10523" h="9698" extrusionOk="0">
                  <a:moveTo>
                    <a:pt x="5229" y="437"/>
                  </a:moveTo>
                  <a:cubicBezTo>
                    <a:pt x="6392" y="437"/>
                    <a:pt x="7505" y="901"/>
                    <a:pt x="8324" y="1727"/>
                  </a:cubicBezTo>
                  <a:cubicBezTo>
                    <a:pt x="9815" y="3212"/>
                    <a:pt x="10044" y="5549"/>
                    <a:pt x="8879" y="7297"/>
                  </a:cubicBezTo>
                  <a:cubicBezTo>
                    <a:pt x="8036" y="8554"/>
                    <a:pt x="6642" y="9262"/>
                    <a:pt x="5203" y="9262"/>
                  </a:cubicBezTo>
                  <a:cubicBezTo>
                    <a:pt x="4640" y="9262"/>
                    <a:pt x="4070" y="9153"/>
                    <a:pt x="3524" y="8927"/>
                  </a:cubicBezTo>
                  <a:cubicBezTo>
                    <a:pt x="1575" y="8123"/>
                    <a:pt x="472" y="6056"/>
                    <a:pt x="882" y="3989"/>
                  </a:cubicBezTo>
                  <a:cubicBezTo>
                    <a:pt x="1291" y="1922"/>
                    <a:pt x="3101" y="437"/>
                    <a:pt x="5203" y="437"/>
                  </a:cubicBezTo>
                  <a:cubicBezTo>
                    <a:pt x="5212" y="437"/>
                    <a:pt x="5220" y="437"/>
                    <a:pt x="5229" y="437"/>
                  </a:cubicBezTo>
                  <a:close/>
                  <a:moveTo>
                    <a:pt x="5204" y="0"/>
                  </a:moveTo>
                  <a:cubicBezTo>
                    <a:pt x="4583" y="0"/>
                    <a:pt x="3954" y="119"/>
                    <a:pt x="3351" y="368"/>
                  </a:cubicBezTo>
                  <a:cubicBezTo>
                    <a:pt x="1215" y="1256"/>
                    <a:pt x="1" y="3524"/>
                    <a:pt x="452" y="5792"/>
                  </a:cubicBezTo>
                  <a:cubicBezTo>
                    <a:pt x="902" y="8060"/>
                    <a:pt x="2893" y="9697"/>
                    <a:pt x="5203" y="9697"/>
                  </a:cubicBezTo>
                  <a:cubicBezTo>
                    <a:pt x="6493" y="9697"/>
                    <a:pt x="7728" y="9191"/>
                    <a:pt x="8636" y="8275"/>
                  </a:cubicBezTo>
                  <a:cubicBezTo>
                    <a:pt x="10266" y="6645"/>
                    <a:pt x="10523" y="4079"/>
                    <a:pt x="9240" y="2157"/>
                  </a:cubicBezTo>
                  <a:cubicBezTo>
                    <a:pt x="8319" y="773"/>
                    <a:pt x="6786" y="0"/>
                    <a:pt x="5204" y="0"/>
                  </a:cubicBezTo>
                  <a:close/>
                </a:path>
              </a:pathLst>
            </a:custGeom>
            <a:solidFill>
              <a:srgbClr val="68819A"/>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6180;p60">
              <a:extLst>
                <a:ext uri="{FF2B5EF4-FFF2-40B4-BE49-F238E27FC236}">
                  <a16:creationId xmlns:a16="http://schemas.microsoft.com/office/drawing/2014/main" id="{4530F4C8-4194-B26F-4099-148EFF564526}"/>
                </a:ext>
              </a:extLst>
            </p:cNvPr>
            <p:cNvSpPr/>
            <p:nvPr/>
          </p:nvSpPr>
          <p:spPr>
            <a:xfrm>
              <a:off x="7528286" y="3838093"/>
              <a:ext cx="82758" cy="129418"/>
            </a:xfrm>
            <a:custGeom>
              <a:avLst/>
              <a:gdLst/>
              <a:ahLst/>
              <a:cxnLst/>
              <a:rect l="l" t="t" r="r" b="b"/>
              <a:pathLst>
                <a:path w="3150" h="4926" extrusionOk="0">
                  <a:moveTo>
                    <a:pt x="1575" y="0"/>
                  </a:moveTo>
                  <a:cubicBezTo>
                    <a:pt x="722" y="0"/>
                    <a:pt x="14" y="604"/>
                    <a:pt x="14" y="1339"/>
                  </a:cubicBezTo>
                  <a:cubicBezTo>
                    <a:pt x="14" y="2081"/>
                    <a:pt x="715" y="2678"/>
                    <a:pt x="1575" y="2678"/>
                  </a:cubicBezTo>
                  <a:cubicBezTo>
                    <a:pt x="2199" y="2678"/>
                    <a:pt x="2705" y="3087"/>
                    <a:pt x="2705" y="3579"/>
                  </a:cubicBezTo>
                  <a:cubicBezTo>
                    <a:pt x="2705" y="4079"/>
                    <a:pt x="2199" y="4488"/>
                    <a:pt x="1575" y="4488"/>
                  </a:cubicBezTo>
                  <a:cubicBezTo>
                    <a:pt x="958" y="4488"/>
                    <a:pt x="451" y="4079"/>
                    <a:pt x="451" y="3579"/>
                  </a:cubicBezTo>
                  <a:cubicBezTo>
                    <a:pt x="465" y="3423"/>
                    <a:pt x="349" y="3345"/>
                    <a:pt x="233" y="3345"/>
                  </a:cubicBezTo>
                  <a:cubicBezTo>
                    <a:pt x="117" y="3345"/>
                    <a:pt x="0" y="3423"/>
                    <a:pt x="14" y="3579"/>
                  </a:cubicBezTo>
                  <a:cubicBezTo>
                    <a:pt x="14" y="4322"/>
                    <a:pt x="715" y="4925"/>
                    <a:pt x="1575" y="4925"/>
                  </a:cubicBezTo>
                  <a:cubicBezTo>
                    <a:pt x="2442" y="4925"/>
                    <a:pt x="3136" y="4322"/>
                    <a:pt x="3136" y="3579"/>
                  </a:cubicBezTo>
                  <a:cubicBezTo>
                    <a:pt x="3136" y="2844"/>
                    <a:pt x="2442" y="2241"/>
                    <a:pt x="1575" y="2241"/>
                  </a:cubicBezTo>
                  <a:cubicBezTo>
                    <a:pt x="958" y="2241"/>
                    <a:pt x="451" y="1838"/>
                    <a:pt x="451" y="1339"/>
                  </a:cubicBezTo>
                  <a:cubicBezTo>
                    <a:pt x="451" y="840"/>
                    <a:pt x="958" y="437"/>
                    <a:pt x="1575" y="437"/>
                  </a:cubicBezTo>
                  <a:cubicBezTo>
                    <a:pt x="2199" y="437"/>
                    <a:pt x="2705" y="840"/>
                    <a:pt x="2705" y="1339"/>
                  </a:cubicBezTo>
                  <a:cubicBezTo>
                    <a:pt x="2692" y="1499"/>
                    <a:pt x="2806" y="1578"/>
                    <a:pt x="2921" y="1578"/>
                  </a:cubicBezTo>
                  <a:cubicBezTo>
                    <a:pt x="3035" y="1578"/>
                    <a:pt x="3149" y="1499"/>
                    <a:pt x="3136" y="1339"/>
                  </a:cubicBezTo>
                  <a:cubicBezTo>
                    <a:pt x="3136" y="604"/>
                    <a:pt x="2435" y="0"/>
                    <a:pt x="1575" y="0"/>
                  </a:cubicBezTo>
                  <a:close/>
                </a:path>
              </a:pathLst>
            </a:custGeom>
            <a:solidFill>
              <a:srgbClr val="68819A"/>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6181;p60">
              <a:extLst>
                <a:ext uri="{FF2B5EF4-FFF2-40B4-BE49-F238E27FC236}">
                  <a16:creationId xmlns:a16="http://schemas.microsoft.com/office/drawing/2014/main" id="{6EDEDC52-A865-7140-B762-478204B93A1C}"/>
                </a:ext>
              </a:extLst>
            </p:cNvPr>
            <p:cNvSpPr/>
            <p:nvPr/>
          </p:nvSpPr>
          <p:spPr>
            <a:xfrm>
              <a:off x="7563622" y="3825798"/>
              <a:ext cx="12164" cy="153353"/>
            </a:xfrm>
            <a:custGeom>
              <a:avLst/>
              <a:gdLst/>
              <a:ahLst/>
              <a:cxnLst/>
              <a:rect l="l" t="t" r="r" b="b"/>
              <a:pathLst>
                <a:path w="463" h="5837" extrusionOk="0">
                  <a:moveTo>
                    <a:pt x="232" y="0"/>
                  </a:moveTo>
                  <a:cubicBezTo>
                    <a:pt x="117" y="0"/>
                    <a:pt x="1" y="80"/>
                    <a:pt x="15" y="239"/>
                  </a:cubicBezTo>
                  <a:lnTo>
                    <a:pt x="15" y="5622"/>
                  </a:lnTo>
                  <a:cubicBezTo>
                    <a:pt x="15" y="5740"/>
                    <a:pt x="112" y="5837"/>
                    <a:pt x="230" y="5837"/>
                  </a:cubicBezTo>
                  <a:cubicBezTo>
                    <a:pt x="355" y="5837"/>
                    <a:pt x="452" y="5740"/>
                    <a:pt x="445" y="5622"/>
                  </a:cubicBezTo>
                  <a:lnTo>
                    <a:pt x="445" y="239"/>
                  </a:lnTo>
                  <a:cubicBezTo>
                    <a:pt x="462" y="80"/>
                    <a:pt x="348" y="0"/>
                    <a:pt x="232" y="0"/>
                  </a:cubicBezTo>
                  <a:close/>
                </a:path>
              </a:pathLst>
            </a:custGeom>
            <a:solidFill>
              <a:srgbClr val="68819A"/>
            </a:solidFill>
            <a:ln>
              <a:solidFill>
                <a:schemeClr val="accent4">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 name="Google Shape;10771;p63">
            <a:extLst>
              <a:ext uri="{FF2B5EF4-FFF2-40B4-BE49-F238E27FC236}">
                <a16:creationId xmlns:a16="http://schemas.microsoft.com/office/drawing/2014/main" id="{26B474B1-350D-6CF6-DA20-D1FBF8950050}"/>
              </a:ext>
            </a:extLst>
          </p:cNvPr>
          <p:cNvGrpSpPr/>
          <p:nvPr/>
        </p:nvGrpSpPr>
        <p:grpSpPr>
          <a:xfrm>
            <a:off x="6713167" y="3532212"/>
            <a:ext cx="442706" cy="457200"/>
            <a:chOff x="2230050" y="1500223"/>
            <a:chExt cx="316524" cy="359284"/>
          </a:xfrm>
        </p:grpSpPr>
        <p:sp>
          <p:nvSpPr>
            <p:cNvPr id="1066" name="Google Shape;10772;p63">
              <a:extLst>
                <a:ext uri="{FF2B5EF4-FFF2-40B4-BE49-F238E27FC236}">
                  <a16:creationId xmlns:a16="http://schemas.microsoft.com/office/drawing/2014/main" id="{D702DFE2-FE77-9A71-17EA-C28F7B1E4E69}"/>
                </a:ext>
              </a:extLst>
            </p:cNvPr>
            <p:cNvSpPr/>
            <p:nvPr/>
          </p:nvSpPr>
          <p:spPr>
            <a:xfrm>
              <a:off x="2230050" y="1584958"/>
              <a:ext cx="189632" cy="274550"/>
            </a:xfrm>
            <a:custGeom>
              <a:avLst/>
              <a:gdLst/>
              <a:ahLst/>
              <a:cxnLst/>
              <a:rect l="l" t="t" r="r" b="b"/>
              <a:pathLst>
                <a:path w="7242" h="10485" extrusionOk="0">
                  <a:moveTo>
                    <a:pt x="229" y="0"/>
                  </a:moveTo>
                  <a:cubicBezTo>
                    <a:pt x="105" y="0"/>
                    <a:pt x="0" y="105"/>
                    <a:pt x="0" y="229"/>
                  </a:cubicBezTo>
                  <a:lnTo>
                    <a:pt x="0" y="10255"/>
                  </a:lnTo>
                  <a:cubicBezTo>
                    <a:pt x="0" y="10379"/>
                    <a:pt x="105" y="10484"/>
                    <a:pt x="229" y="10484"/>
                  </a:cubicBezTo>
                  <a:lnTo>
                    <a:pt x="7012" y="10484"/>
                  </a:lnTo>
                  <a:cubicBezTo>
                    <a:pt x="7146" y="10484"/>
                    <a:pt x="7241" y="10379"/>
                    <a:pt x="7241" y="10255"/>
                  </a:cubicBezTo>
                  <a:lnTo>
                    <a:pt x="7241" y="229"/>
                  </a:lnTo>
                  <a:cubicBezTo>
                    <a:pt x="7241" y="95"/>
                    <a:pt x="7136" y="0"/>
                    <a:pt x="7012" y="0"/>
                  </a:cubicBezTo>
                  <a:close/>
                </a:path>
              </a:pathLst>
            </a:custGeom>
            <a:solidFill>
              <a:srgbClr val="95A6B4"/>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773;p63">
              <a:extLst>
                <a:ext uri="{FF2B5EF4-FFF2-40B4-BE49-F238E27FC236}">
                  <a16:creationId xmlns:a16="http://schemas.microsoft.com/office/drawing/2014/main" id="{0C67635B-6DE5-579B-46A8-10AE1095B505}"/>
                </a:ext>
              </a:extLst>
            </p:cNvPr>
            <p:cNvSpPr/>
            <p:nvPr/>
          </p:nvSpPr>
          <p:spPr>
            <a:xfrm>
              <a:off x="2230050" y="1849243"/>
              <a:ext cx="189632" cy="10265"/>
            </a:xfrm>
            <a:custGeom>
              <a:avLst/>
              <a:gdLst/>
              <a:ahLst/>
              <a:cxnLst/>
              <a:rect l="l" t="t" r="r" b="b"/>
              <a:pathLst>
                <a:path w="7242" h="392" extrusionOk="0">
                  <a:moveTo>
                    <a:pt x="0" y="0"/>
                  </a:moveTo>
                  <a:lnTo>
                    <a:pt x="0" y="162"/>
                  </a:lnTo>
                  <a:cubicBezTo>
                    <a:pt x="0" y="286"/>
                    <a:pt x="105" y="391"/>
                    <a:pt x="229" y="391"/>
                  </a:cubicBezTo>
                  <a:lnTo>
                    <a:pt x="7012" y="391"/>
                  </a:lnTo>
                  <a:cubicBezTo>
                    <a:pt x="7136" y="391"/>
                    <a:pt x="7241" y="286"/>
                    <a:pt x="7241" y="162"/>
                  </a:cubicBezTo>
                  <a:lnTo>
                    <a:pt x="7241" y="0"/>
                  </a:lnTo>
                  <a:close/>
                </a:path>
              </a:pathLst>
            </a:custGeom>
            <a:solidFill>
              <a:srgbClr val="7E93A4"/>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774;p63">
              <a:extLst>
                <a:ext uri="{FF2B5EF4-FFF2-40B4-BE49-F238E27FC236}">
                  <a16:creationId xmlns:a16="http://schemas.microsoft.com/office/drawing/2014/main" id="{550BD9A5-BB29-B9B7-9AC3-61908868FED4}"/>
                </a:ext>
              </a:extLst>
            </p:cNvPr>
            <p:cNvSpPr/>
            <p:nvPr/>
          </p:nvSpPr>
          <p:spPr>
            <a:xfrm>
              <a:off x="2266028" y="1585193"/>
              <a:ext cx="117675" cy="37759"/>
            </a:xfrm>
            <a:custGeom>
              <a:avLst/>
              <a:gdLst/>
              <a:ahLst/>
              <a:cxnLst/>
              <a:rect l="l" t="t" r="r" b="b"/>
              <a:pathLst>
                <a:path w="4494" h="1442" extrusionOk="0">
                  <a:moveTo>
                    <a:pt x="0" y="1"/>
                  </a:moveTo>
                  <a:lnTo>
                    <a:pt x="0" y="1126"/>
                  </a:lnTo>
                  <a:cubicBezTo>
                    <a:pt x="0" y="1298"/>
                    <a:pt x="143" y="1441"/>
                    <a:pt x="315" y="1441"/>
                  </a:cubicBezTo>
                  <a:lnTo>
                    <a:pt x="4169" y="1441"/>
                  </a:lnTo>
                  <a:cubicBezTo>
                    <a:pt x="4350" y="1441"/>
                    <a:pt x="4493" y="1298"/>
                    <a:pt x="4493" y="1126"/>
                  </a:cubicBezTo>
                  <a:lnTo>
                    <a:pt x="4493" y="1"/>
                  </a:lnTo>
                  <a:close/>
                </a:path>
              </a:pathLst>
            </a:custGeom>
            <a:solidFill>
              <a:srgbClr val="7E93A4"/>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775;p63">
              <a:extLst>
                <a:ext uri="{FF2B5EF4-FFF2-40B4-BE49-F238E27FC236}">
                  <a16:creationId xmlns:a16="http://schemas.microsoft.com/office/drawing/2014/main" id="{2F720A87-6313-C52A-2534-9CCD3F3AE377}"/>
                </a:ext>
              </a:extLst>
            </p:cNvPr>
            <p:cNvSpPr/>
            <p:nvPr/>
          </p:nvSpPr>
          <p:spPr>
            <a:xfrm>
              <a:off x="2248039" y="1603680"/>
              <a:ext cx="153654" cy="229852"/>
            </a:xfrm>
            <a:custGeom>
              <a:avLst/>
              <a:gdLst/>
              <a:ahLst/>
              <a:cxnLst/>
              <a:rect l="l" t="t" r="r" b="b"/>
              <a:pathLst>
                <a:path w="5868" h="8778" extrusionOk="0">
                  <a:moveTo>
                    <a:pt x="220" y="1"/>
                  </a:moveTo>
                  <a:cubicBezTo>
                    <a:pt x="105" y="1"/>
                    <a:pt x="0" y="105"/>
                    <a:pt x="0" y="229"/>
                  </a:cubicBezTo>
                  <a:lnTo>
                    <a:pt x="0" y="8548"/>
                  </a:lnTo>
                  <a:cubicBezTo>
                    <a:pt x="0" y="8672"/>
                    <a:pt x="105" y="8777"/>
                    <a:pt x="220" y="8777"/>
                  </a:cubicBezTo>
                  <a:lnTo>
                    <a:pt x="5638" y="8777"/>
                  </a:lnTo>
                  <a:cubicBezTo>
                    <a:pt x="5762" y="8777"/>
                    <a:pt x="5867" y="8672"/>
                    <a:pt x="5867" y="8548"/>
                  </a:cubicBezTo>
                  <a:lnTo>
                    <a:pt x="5867" y="229"/>
                  </a:lnTo>
                  <a:cubicBezTo>
                    <a:pt x="5867" y="105"/>
                    <a:pt x="5762" y="1"/>
                    <a:pt x="5648" y="1"/>
                  </a:cubicBezTo>
                  <a:close/>
                </a:path>
              </a:pathLst>
            </a:custGeom>
            <a:solidFill>
              <a:srgbClr val="E9EEF1"/>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76;p63">
              <a:extLst>
                <a:ext uri="{FF2B5EF4-FFF2-40B4-BE49-F238E27FC236}">
                  <a16:creationId xmlns:a16="http://schemas.microsoft.com/office/drawing/2014/main" id="{EDCBC827-1F55-3040-5BAF-2FE62DF2066C}"/>
                </a:ext>
              </a:extLst>
            </p:cNvPr>
            <p:cNvSpPr/>
            <p:nvPr/>
          </p:nvSpPr>
          <p:spPr>
            <a:xfrm>
              <a:off x="2248039" y="1603680"/>
              <a:ext cx="153654" cy="229852"/>
            </a:xfrm>
            <a:custGeom>
              <a:avLst/>
              <a:gdLst/>
              <a:ahLst/>
              <a:cxnLst/>
              <a:rect l="l" t="t" r="r" b="b"/>
              <a:pathLst>
                <a:path w="5868" h="8778" extrusionOk="0">
                  <a:moveTo>
                    <a:pt x="220" y="1"/>
                  </a:moveTo>
                  <a:cubicBezTo>
                    <a:pt x="105" y="1"/>
                    <a:pt x="0" y="105"/>
                    <a:pt x="0" y="229"/>
                  </a:cubicBezTo>
                  <a:lnTo>
                    <a:pt x="0" y="8777"/>
                  </a:lnTo>
                  <a:lnTo>
                    <a:pt x="5638" y="8777"/>
                  </a:lnTo>
                  <a:cubicBezTo>
                    <a:pt x="5762" y="8777"/>
                    <a:pt x="5867" y="8672"/>
                    <a:pt x="5867" y="8548"/>
                  </a:cubicBezTo>
                  <a:lnTo>
                    <a:pt x="5867" y="8310"/>
                  </a:lnTo>
                  <a:lnTo>
                    <a:pt x="382" y="8310"/>
                  </a:lnTo>
                  <a:lnTo>
                    <a:pt x="382" y="1"/>
                  </a:ln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77;p63">
              <a:extLst>
                <a:ext uri="{FF2B5EF4-FFF2-40B4-BE49-F238E27FC236}">
                  <a16:creationId xmlns:a16="http://schemas.microsoft.com/office/drawing/2014/main" id="{743AA442-1C0B-5D0B-1BF3-4F6515358E64}"/>
                </a:ext>
              </a:extLst>
            </p:cNvPr>
            <p:cNvSpPr/>
            <p:nvPr/>
          </p:nvSpPr>
          <p:spPr>
            <a:xfrm>
              <a:off x="2266028" y="1603680"/>
              <a:ext cx="117675" cy="19272"/>
            </a:xfrm>
            <a:custGeom>
              <a:avLst/>
              <a:gdLst/>
              <a:ahLst/>
              <a:cxnLst/>
              <a:rect l="l" t="t" r="r" b="b"/>
              <a:pathLst>
                <a:path w="4494" h="736" extrusionOk="0">
                  <a:moveTo>
                    <a:pt x="0" y="1"/>
                  </a:moveTo>
                  <a:lnTo>
                    <a:pt x="0" y="420"/>
                  </a:lnTo>
                  <a:cubicBezTo>
                    <a:pt x="0" y="592"/>
                    <a:pt x="143" y="735"/>
                    <a:pt x="315" y="735"/>
                  </a:cubicBezTo>
                  <a:lnTo>
                    <a:pt x="4169" y="735"/>
                  </a:lnTo>
                  <a:cubicBezTo>
                    <a:pt x="4350" y="735"/>
                    <a:pt x="4493" y="592"/>
                    <a:pt x="4493" y="420"/>
                  </a:cubicBezTo>
                  <a:lnTo>
                    <a:pt x="4493" y="1"/>
                  </a:ln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78;p63">
              <a:extLst>
                <a:ext uri="{FF2B5EF4-FFF2-40B4-BE49-F238E27FC236}">
                  <a16:creationId xmlns:a16="http://schemas.microsoft.com/office/drawing/2014/main" id="{F2B8E90E-A318-C152-5F4E-BEA9B42D59EC}"/>
                </a:ext>
              </a:extLst>
            </p:cNvPr>
            <p:cNvSpPr/>
            <p:nvPr/>
          </p:nvSpPr>
          <p:spPr>
            <a:xfrm>
              <a:off x="2275272" y="1546466"/>
              <a:ext cx="99189" cy="67243"/>
            </a:xfrm>
            <a:custGeom>
              <a:avLst/>
              <a:gdLst/>
              <a:ahLst/>
              <a:cxnLst/>
              <a:rect l="l" t="t" r="r" b="b"/>
              <a:pathLst>
                <a:path w="3788" h="2568" extrusionOk="0">
                  <a:moveTo>
                    <a:pt x="1899" y="1"/>
                  </a:moveTo>
                  <a:cubicBezTo>
                    <a:pt x="1374" y="1"/>
                    <a:pt x="945" y="411"/>
                    <a:pt x="916" y="936"/>
                  </a:cubicBezTo>
                  <a:lnTo>
                    <a:pt x="229" y="936"/>
                  </a:lnTo>
                  <a:cubicBezTo>
                    <a:pt x="105" y="936"/>
                    <a:pt x="0" y="1031"/>
                    <a:pt x="0" y="1155"/>
                  </a:cubicBezTo>
                  <a:lnTo>
                    <a:pt x="0" y="2348"/>
                  </a:lnTo>
                  <a:cubicBezTo>
                    <a:pt x="0" y="2472"/>
                    <a:pt x="105" y="2567"/>
                    <a:pt x="229" y="2567"/>
                  </a:cubicBezTo>
                  <a:lnTo>
                    <a:pt x="3568" y="2567"/>
                  </a:lnTo>
                  <a:cubicBezTo>
                    <a:pt x="3682" y="2567"/>
                    <a:pt x="3787" y="2472"/>
                    <a:pt x="3787" y="2348"/>
                  </a:cubicBezTo>
                  <a:lnTo>
                    <a:pt x="3787" y="1155"/>
                  </a:lnTo>
                  <a:cubicBezTo>
                    <a:pt x="3787" y="1031"/>
                    <a:pt x="3682" y="936"/>
                    <a:pt x="3568" y="936"/>
                  </a:cubicBezTo>
                  <a:lnTo>
                    <a:pt x="2872" y="936"/>
                  </a:lnTo>
                  <a:cubicBezTo>
                    <a:pt x="2853" y="411"/>
                    <a:pt x="2414" y="1"/>
                    <a:pt x="1899" y="1"/>
                  </a:cubicBez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79;p63">
              <a:extLst>
                <a:ext uri="{FF2B5EF4-FFF2-40B4-BE49-F238E27FC236}">
                  <a16:creationId xmlns:a16="http://schemas.microsoft.com/office/drawing/2014/main" id="{F614D2ED-38C0-1868-DD37-D21995509F8B}"/>
                </a:ext>
              </a:extLst>
            </p:cNvPr>
            <p:cNvSpPr/>
            <p:nvPr/>
          </p:nvSpPr>
          <p:spPr>
            <a:xfrm>
              <a:off x="2275272" y="1599935"/>
              <a:ext cx="99189" cy="13773"/>
            </a:xfrm>
            <a:custGeom>
              <a:avLst/>
              <a:gdLst/>
              <a:ahLst/>
              <a:cxnLst/>
              <a:rect l="l" t="t" r="r" b="b"/>
              <a:pathLst>
                <a:path w="3788" h="526" extrusionOk="0">
                  <a:moveTo>
                    <a:pt x="0" y="0"/>
                  </a:moveTo>
                  <a:lnTo>
                    <a:pt x="0" y="306"/>
                  </a:lnTo>
                  <a:cubicBezTo>
                    <a:pt x="0" y="430"/>
                    <a:pt x="105" y="525"/>
                    <a:pt x="229" y="525"/>
                  </a:cubicBezTo>
                  <a:lnTo>
                    <a:pt x="3568" y="525"/>
                  </a:lnTo>
                  <a:cubicBezTo>
                    <a:pt x="3682" y="525"/>
                    <a:pt x="3787" y="430"/>
                    <a:pt x="3787" y="306"/>
                  </a:cubicBezTo>
                  <a:lnTo>
                    <a:pt x="3787" y="0"/>
                  </a:lnTo>
                  <a:close/>
                </a:path>
              </a:pathLst>
            </a:custGeom>
            <a:solidFill>
              <a:srgbClr val="9BAFB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80;p63">
              <a:extLst>
                <a:ext uri="{FF2B5EF4-FFF2-40B4-BE49-F238E27FC236}">
                  <a16:creationId xmlns:a16="http://schemas.microsoft.com/office/drawing/2014/main" id="{5D68B08D-C9B5-3BA8-FCC8-2EA8CD669BFF}"/>
                </a:ext>
              </a:extLst>
            </p:cNvPr>
            <p:cNvSpPr/>
            <p:nvPr/>
          </p:nvSpPr>
          <p:spPr>
            <a:xfrm>
              <a:off x="2272156" y="1710070"/>
              <a:ext cx="105395" cy="10814"/>
            </a:xfrm>
            <a:custGeom>
              <a:avLst/>
              <a:gdLst/>
              <a:ahLst/>
              <a:cxnLst/>
              <a:rect l="l" t="t" r="r" b="b"/>
              <a:pathLst>
                <a:path w="4025" h="413" extrusionOk="0">
                  <a:moveTo>
                    <a:pt x="265" y="0"/>
                  </a:moveTo>
                  <a:cubicBezTo>
                    <a:pt x="1" y="0"/>
                    <a:pt x="4" y="412"/>
                    <a:pt x="273" y="412"/>
                  </a:cubicBezTo>
                  <a:cubicBezTo>
                    <a:pt x="279" y="412"/>
                    <a:pt x="285" y="412"/>
                    <a:pt x="291" y="412"/>
                  </a:cubicBezTo>
                  <a:lnTo>
                    <a:pt x="3735" y="412"/>
                  </a:lnTo>
                  <a:cubicBezTo>
                    <a:pt x="3741" y="412"/>
                    <a:pt x="3747" y="412"/>
                    <a:pt x="3752" y="412"/>
                  </a:cubicBezTo>
                  <a:cubicBezTo>
                    <a:pt x="4022" y="412"/>
                    <a:pt x="4025" y="0"/>
                    <a:pt x="3761" y="0"/>
                  </a:cubicBezTo>
                  <a:cubicBezTo>
                    <a:pt x="3752" y="0"/>
                    <a:pt x="3744" y="1"/>
                    <a:pt x="3735" y="2"/>
                  </a:cubicBezTo>
                  <a:lnTo>
                    <a:pt x="291" y="2"/>
                  </a:lnTo>
                  <a:cubicBezTo>
                    <a:pt x="282" y="1"/>
                    <a:pt x="273" y="0"/>
                    <a:pt x="265" y="0"/>
                  </a:cubicBez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81;p63">
              <a:extLst>
                <a:ext uri="{FF2B5EF4-FFF2-40B4-BE49-F238E27FC236}">
                  <a16:creationId xmlns:a16="http://schemas.microsoft.com/office/drawing/2014/main" id="{0CF3EECD-29A0-5991-48F8-1C6FE6E96704}"/>
                </a:ext>
              </a:extLst>
            </p:cNvPr>
            <p:cNvSpPr/>
            <p:nvPr/>
          </p:nvSpPr>
          <p:spPr>
            <a:xfrm>
              <a:off x="2272156" y="1730808"/>
              <a:ext cx="105395" cy="10814"/>
            </a:xfrm>
            <a:custGeom>
              <a:avLst/>
              <a:gdLst/>
              <a:ahLst/>
              <a:cxnLst/>
              <a:rect l="l" t="t" r="r" b="b"/>
              <a:pathLst>
                <a:path w="4025" h="413" extrusionOk="0">
                  <a:moveTo>
                    <a:pt x="265" y="0"/>
                  </a:moveTo>
                  <a:cubicBezTo>
                    <a:pt x="1" y="0"/>
                    <a:pt x="4" y="412"/>
                    <a:pt x="273" y="412"/>
                  </a:cubicBezTo>
                  <a:cubicBezTo>
                    <a:pt x="279" y="412"/>
                    <a:pt x="285" y="412"/>
                    <a:pt x="291" y="412"/>
                  </a:cubicBezTo>
                  <a:lnTo>
                    <a:pt x="3735" y="412"/>
                  </a:lnTo>
                  <a:cubicBezTo>
                    <a:pt x="3741" y="412"/>
                    <a:pt x="3747" y="412"/>
                    <a:pt x="3752" y="412"/>
                  </a:cubicBezTo>
                  <a:cubicBezTo>
                    <a:pt x="4022" y="412"/>
                    <a:pt x="4025" y="0"/>
                    <a:pt x="3761" y="0"/>
                  </a:cubicBezTo>
                  <a:cubicBezTo>
                    <a:pt x="3752" y="0"/>
                    <a:pt x="3744" y="0"/>
                    <a:pt x="3735" y="1"/>
                  </a:cubicBezTo>
                  <a:lnTo>
                    <a:pt x="291" y="1"/>
                  </a:lnTo>
                  <a:cubicBezTo>
                    <a:pt x="282" y="0"/>
                    <a:pt x="273" y="0"/>
                    <a:pt x="265" y="0"/>
                  </a:cubicBez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82;p63">
              <a:extLst>
                <a:ext uri="{FF2B5EF4-FFF2-40B4-BE49-F238E27FC236}">
                  <a16:creationId xmlns:a16="http://schemas.microsoft.com/office/drawing/2014/main" id="{1759358A-0C7F-85EB-B2E8-D2DD486CC29F}"/>
                </a:ext>
              </a:extLst>
            </p:cNvPr>
            <p:cNvSpPr/>
            <p:nvPr/>
          </p:nvSpPr>
          <p:spPr>
            <a:xfrm>
              <a:off x="2272156" y="1751547"/>
              <a:ext cx="105395" cy="10814"/>
            </a:xfrm>
            <a:custGeom>
              <a:avLst/>
              <a:gdLst/>
              <a:ahLst/>
              <a:cxnLst/>
              <a:rect l="l" t="t" r="r" b="b"/>
              <a:pathLst>
                <a:path w="4025" h="413" extrusionOk="0">
                  <a:moveTo>
                    <a:pt x="273" y="1"/>
                  </a:moveTo>
                  <a:cubicBezTo>
                    <a:pt x="4" y="1"/>
                    <a:pt x="1" y="413"/>
                    <a:pt x="265" y="413"/>
                  </a:cubicBezTo>
                  <a:cubicBezTo>
                    <a:pt x="273" y="413"/>
                    <a:pt x="282" y="412"/>
                    <a:pt x="291" y="411"/>
                  </a:cubicBezTo>
                  <a:lnTo>
                    <a:pt x="3735" y="411"/>
                  </a:lnTo>
                  <a:cubicBezTo>
                    <a:pt x="3744" y="412"/>
                    <a:pt x="3752" y="413"/>
                    <a:pt x="3761" y="413"/>
                  </a:cubicBezTo>
                  <a:cubicBezTo>
                    <a:pt x="4025" y="413"/>
                    <a:pt x="4022" y="1"/>
                    <a:pt x="3752" y="1"/>
                  </a:cubicBezTo>
                  <a:cubicBezTo>
                    <a:pt x="3747" y="1"/>
                    <a:pt x="3741" y="1"/>
                    <a:pt x="3735" y="1"/>
                  </a:cubicBezTo>
                  <a:lnTo>
                    <a:pt x="291" y="1"/>
                  </a:lnTo>
                  <a:cubicBezTo>
                    <a:pt x="285" y="1"/>
                    <a:pt x="279" y="1"/>
                    <a:pt x="273" y="1"/>
                  </a:cubicBez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83;p63">
              <a:extLst>
                <a:ext uri="{FF2B5EF4-FFF2-40B4-BE49-F238E27FC236}">
                  <a16:creationId xmlns:a16="http://schemas.microsoft.com/office/drawing/2014/main" id="{1D51C9C7-BCBA-2EC1-8544-4F5C765C61F8}"/>
                </a:ext>
              </a:extLst>
            </p:cNvPr>
            <p:cNvSpPr/>
            <p:nvPr/>
          </p:nvSpPr>
          <p:spPr>
            <a:xfrm>
              <a:off x="2272156" y="1772285"/>
              <a:ext cx="105395" cy="11050"/>
            </a:xfrm>
            <a:custGeom>
              <a:avLst/>
              <a:gdLst/>
              <a:ahLst/>
              <a:cxnLst/>
              <a:rect l="l" t="t" r="r" b="b"/>
              <a:pathLst>
                <a:path w="4025" h="422" extrusionOk="0">
                  <a:moveTo>
                    <a:pt x="273" y="0"/>
                  </a:moveTo>
                  <a:cubicBezTo>
                    <a:pt x="1" y="0"/>
                    <a:pt x="1" y="421"/>
                    <a:pt x="273" y="421"/>
                  </a:cubicBezTo>
                  <a:cubicBezTo>
                    <a:pt x="279" y="421"/>
                    <a:pt x="285" y="421"/>
                    <a:pt x="291" y="421"/>
                  </a:cubicBezTo>
                  <a:lnTo>
                    <a:pt x="3735" y="421"/>
                  </a:lnTo>
                  <a:cubicBezTo>
                    <a:pt x="3741" y="421"/>
                    <a:pt x="3747" y="421"/>
                    <a:pt x="3752" y="421"/>
                  </a:cubicBezTo>
                  <a:cubicBezTo>
                    <a:pt x="4025" y="421"/>
                    <a:pt x="4025" y="0"/>
                    <a:pt x="3752" y="0"/>
                  </a:cubicBezTo>
                  <a:cubicBezTo>
                    <a:pt x="3747" y="0"/>
                    <a:pt x="3741" y="1"/>
                    <a:pt x="3735" y="1"/>
                  </a:cubicBezTo>
                  <a:lnTo>
                    <a:pt x="291" y="1"/>
                  </a:lnTo>
                  <a:cubicBezTo>
                    <a:pt x="285" y="1"/>
                    <a:pt x="279" y="0"/>
                    <a:pt x="273" y="0"/>
                  </a:cubicBezTo>
                  <a:close/>
                </a:path>
              </a:pathLst>
            </a:custGeom>
            <a:solidFill>
              <a:srgbClr val="CDD7DF"/>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4;p63">
              <a:extLst>
                <a:ext uri="{FF2B5EF4-FFF2-40B4-BE49-F238E27FC236}">
                  <a16:creationId xmlns:a16="http://schemas.microsoft.com/office/drawing/2014/main" id="{6346C0DB-B646-6F37-E01B-886EE3481702}"/>
                </a:ext>
              </a:extLst>
            </p:cNvPr>
            <p:cNvSpPr/>
            <p:nvPr/>
          </p:nvSpPr>
          <p:spPr>
            <a:xfrm>
              <a:off x="2382918" y="1500223"/>
              <a:ext cx="163656" cy="137209"/>
            </a:xfrm>
            <a:custGeom>
              <a:avLst/>
              <a:gdLst/>
              <a:ahLst/>
              <a:cxnLst/>
              <a:rect l="l" t="t" r="r" b="b"/>
              <a:pathLst>
                <a:path w="6250" h="5240" extrusionOk="0">
                  <a:moveTo>
                    <a:pt x="3144" y="0"/>
                  </a:moveTo>
                  <a:cubicBezTo>
                    <a:pt x="3111" y="0"/>
                    <a:pt x="3078" y="1"/>
                    <a:pt x="3044" y="2"/>
                  </a:cubicBezTo>
                  <a:cubicBezTo>
                    <a:pt x="1060" y="78"/>
                    <a:pt x="1" y="2377"/>
                    <a:pt x="1241" y="3942"/>
                  </a:cubicBezTo>
                  <a:lnTo>
                    <a:pt x="1193" y="5010"/>
                  </a:lnTo>
                  <a:cubicBezTo>
                    <a:pt x="1186" y="5140"/>
                    <a:pt x="1294" y="5240"/>
                    <a:pt x="1411" y="5240"/>
                  </a:cubicBezTo>
                  <a:cubicBezTo>
                    <a:pt x="1441" y="5240"/>
                    <a:pt x="1470" y="5234"/>
                    <a:pt x="1499" y="5220"/>
                  </a:cubicBezTo>
                  <a:lnTo>
                    <a:pt x="2481" y="4772"/>
                  </a:lnTo>
                  <a:cubicBezTo>
                    <a:pt x="2699" y="4834"/>
                    <a:pt x="2920" y="4863"/>
                    <a:pt x="3140" y="4863"/>
                  </a:cubicBezTo>
                  <a:cubicBezTo>
                    <a:pt x="3938" y="4863"/>
                    <a:pt x="4705" y="4468"/>
                    <a:pt x="5162" y="3780"/>
                  </a:cubicBezTo>
                  <a:cubicBezTo>
                    <a:pt x="6250" y="2157"/>
                    <a:pt x="5070" y="0"/>
                    <a:pt x="3144" y="0"/>
                  </a:cubicBezTo>
                  <a:close/>
                </a:path>
              </a:pathLst>
            </a:custGeom>
            <a:solidFill>
              <a:srgbClr val="BECBD5"/>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85;p63">
              <a:extLst>
                <a:ext uri="{FF2B5EF4-FFF2-40B4-BE49-F238E27FC236}">
                  <a16:creationId xmlns:a16="http://schemas.microsoft.com/office/drawing/2014/main" id="{C47977D7-B41F-F996-2B75-F7DC8D9DB78A}"/>
                </a:ext>
              </a:extLst>
            </p:cNvPr>
            <p:cNvSpPr/>
            <p:nvPr/>
          </p:nvSpPr>
          <p:spPr>
            <a:xfrm>
              <a:off x="2427380" y="1560396"/>
              <a:ext cx="11521" cy="12333"/>
            </a:xfrm>
            <a:custGeom>
              <a:avLst/>
              <a:gdLst/>
              <a:ahLst/>
              <a:cxnLst/>
              <a:rect l="l" t="t" r="r" b="b"/>
              <a:pathLst>
                <a:path w="440" h="471" extrusionOk="0">
                  <a:moveTo>
                    <a:pt x="220" y="1"/>
                  </a:moveTo>
                  <a:cubicBezTo>
                    <a:pt x="111" y="1"/>
                    <a:pt x="1" y="75"/>
                    <a:pt x="10" y="223"/>
                  </a:cubicBezTo>
                  <a:lnTo>
                    <a:pt x="10" y="261"/>
                  </a:lnTo>
                  <a:cubicBezTo>
                    <a:pt x="10" y="375"/>
                    <a:pt x="106" y="471"/>
                    <a:pt x="220" y="471"/>
                  </a:cubicBezTo>
                  <a:cubicBezTo>
                    <a:pt x="335" y="471"/>
                    <a:pt x="430" y="375"/>
                    <a:pt x="430" y="261"/>
                  </a:cubicBezTo>
                  <a:lnTo>
                    <a:pt x="430" y="223"/>
                  </a:lnTo>
                  <a:cubicBezTo>
                    <a:pt x="440" y="75"/>
                    <a:pt x="330" y="1"/>
                    <a:pt x="220" y="1"/>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786;p63">
              <a:extLst>
                <a:ext uri="{FF2B5EF4-FFF2-40B4-BE49-F238E27FC236}">
                  <a16:creationId xmlns:a16="http://schemas.microsoft.com/office/drawing/2014/main" id="{E719B4BC-3BA9-6528-0CD1-1C2726E5034B}"/>
                </a:ext>
              </a:extLst>
            </p:cNvPr>
            <p:cNvSpPr/>
            <p:nvPr/>
          </p:nvSpPr>
          <p:spPr>
            <a:xfrm>
              <a:off x="2448878" y="1560396"/>
              <a:ext cx="11390" cy="12333"/>
            </a:xfrm>
            <a:custGeom>
              <a:avLst/>
              <a:gdLst/>
              <a:ahLst/>
              <a:cxnLst/>
              <a:rect l="l" t="t" r="r" b="b"/>
              <a:pathLst>
                <a:path w="435" h="471" extrusionOk="0">
                  <a:moveTo>
                    <a:pt x="219" y="1"/>
                  </a:moveTo>
                  <a:cubicBezTo>
                    <a:pt x="110" y="1"/>
                    <a:pt x="0" y="75"/>
                    <a:pt x="10" y="223"/>
                  </a:cubicBezTo>
                  <a:lnTo>
                    <a:pt x="10" y="261"/>
                  </a:lnTo>
                  <a:cubicBezTo>
                    <a:pt x="10" y="375"/>
                    <a:pt x="105" y="471"/>
                    <a:pt x="220" y="471"/>
                  </a:cubicBezTo>
                  <a:cubicBezTo>
                    <a:pt x="334" y="471"/>
                    <a:pt x="420" y="375"/>
                    <a:pt x="420" y="261"/>
                  </a:cubicBezTo>
                  <a:lnTo>
                    <a:pt x="420" y="223"/>
                  </a:lnTo>
                  <a:cubicBezTo>
                    <a:pt x="434" y="75"/>
                    <a:pt x="327" y="1"/>
                    <a:pt x="219" y="1"/>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787;p63">
              <a:extLst>
                <a:ext uri="{FF2B5EF4-FFF2-40B4-BE49-F238E27FC236}">
                  <a16:creationId xmlns:a16="http://schemas.microsoft.com/office/drawing/2014/main" id="{C0CF7319-E838-DE75-EC79-26022A5F87BA}"/>
                </a:ext>
              </a:extLst>
            </p:cNvPr>
            <p:cNvSpPr/>
            <p:nvPr/>
          </p:nvSpPr>
          <p:spPr>
            <a:xfrm>
              <a:off x="2470114" y="1560396"/>
              <a:ext cx="11521" cy="12333"/>
            </a:xfrm>
            <a:custGeom>
              <a:avLst/>
              <a:gdLst/>
              <a:ahLst/>
              <a:cxnLst/>
              <a:rect l="l" t="t" r="r" b="b"/>
              <a:pathLst>
                <a:path w="440" h="471" extrusionOk="0">
                  <a:moveTo>
                    <a:pt x="220" y="1"/>
                  </a:moveTo>
                  <a:cubicBezTo>
                    <a:pt x="110" y="1"/>
                    <a:pt x="0" y="75"/>
                    <a:pt x="10" y="223"/>
                  </a:cubicBezTo>
                  <a:lnTo>
                    <a:pt x="10" y="261"/>
                  </a:lnTo>
                  <a:cubicBezTo>
                    <a:pt x="10" y="375"/>
                    <a:pt x="105" y="471"/>
                    <a:pt x="220" y="471"/>
                  </a:cubicBezTo>
                  <a:cubicBezTo>
                    <a:pt x="334" y="471"/>
                    <a:pt x="430" y="375"/>
                    <a:pt x="430" y="261"/>
                  </a:cubicBezTo>
                  <a:lnTo>
                    <a:pt x="430" y="223"/>
                  </a:lnTo>
                  <a:cubicBezTo>
                    <a:pt x="439" y="75"/>
                    <a:pt x="329" y="1"/>
                    <a:pt x="220" y="1"/>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788;p63">
              <a:extLst>
                <a:ext uri="{FF2B5EF4-FFF2-40B4-BE49-F238E27FC236}">
                  <a16:creationId xmlns:a16="http://schemas.microsoft.com/office/drawing/2014/main" id="{EB0DDEB0-2646-AD76-5D97-50232327345B}"/>
                </a:ext>
              </a:extLst>
            </p:cNvPr>
            <p:cNvSpPr/>
            <p:nvPr/>
          </p:nvSpPr>
          <p:spPr>
            <a:xfrm>
              <a:off x="2491455" y="1560396"/>
              <a:ext cx="11390" cy="12333"/>
            </a:xfrm>
            <a:custGeom>
              <a:avLst/>
              <a:gdLst/>
              <a:ahLst/>
              <a:cxnLst/>
              <a:rect l="l" t="t" r="r" b="b"/>
              <a:pathLst>
                <a:path w="435" h="471" extrusionOk="0">
                  <a:moveTo>
                    <a:pt x="217" y="1"/>
                  </a:moveTo>
                  <a:cubicBezTo>
                    <a:pt x="108" y="1"/>
                    <a:pt x="1" y="75"/>
                    <a:pt x="15" y="223"/>
                  </a:cubicBezTo>
                  <a:lnTo>
                    <a:pt x="15" y="261"/>
                  </a:lnTo>
                  <a:cubicBezTo>
                    <a:pt x="15" y="375"/>
                    <a:pt x="101" y="471"/>
                    <a:pt x="225" y="471"/>
                  </a:cubicBezTo>
                  <a:cubicBezTo>
                    <a:pt x="330" y="471"/>
                    <a:pt x="425" y="375"/>
                    <a:pt x="425" y="261"/>
                  </a:cubicBezTo>
                  <a:lnTo>
                    <a:pt x="425" y="223"/>
                  </a:lnTo>
                  <a:cubicBezTo>
                    <a:pt x="435" y="75"/>
                    <a:pt x="325" y="1"/>
                    <a:pt x="217" y="1"/>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789;p63">
              <a:extLst>
                <a:ext uri="{FF2B5EF4-FFF2-40B4-BE49-F238E27FC236}">
                  <a16:creationId xmlns:a16="http://schemas.microsoft.com/office/drawing/2014/main" id="{33E11FF9-7676-369C-9153-6F0A82203AAE}"/>
                </a:ext>
              </a:extLst>
            </p:cNvPr>
            <p:cNvSpPr/>
            <p:nvPr/>
          </p:nvSpPr>
          <p:spPr>
            <a:xfrm>
              <a:off x="2310229" y="1645393"/>
              <a:ext cx="20005" cy="49490"/>
            </a:xfrm>
            <a:custGeom>
              <a:avLst/>
              <a:gdLst/>
              <a:ahLst/>
              <a:cxnLst/>
              <a:rect l="l" t="t" r="r" b="b"/>
              <a:pathLst>
                <a:path w="764" h="1890" extrusionOk="0">
                  <a:moveTo>
                    <a:pt x="258" y="1"/>
                  </a:moveTo>
                  <a:cubicBezTo>
                    <a:pt x="1" y="20"/>
                    <a:pt x="1" y="392"/>
                    <a:pt x="258" y="411"/>
                  </a:cubicBezTo>
                  <a:lnTo>
                    <a:pt x="344" y="411"/>
                  </a:lnTo>
                  <a:lnTo>
                    <a:pt x="344" y="1689"/>
                  </a:lnTo>
                  <a:cubicBezTo>
                    <a:pt x="344" y="1804"/>
                    <a:pt x="440" y="1890"/>
                    <a:pt x="554" y="1890"/>
                  </a:cubicBezTo>
                  <a:cubicBezTo>
                    <a:pt x="668" y="1890"/>
                    <a:pt x="764" y="1804"/>
                    <a:pt x="764" y="1689"/>
                  </a:cubicBezTo>
                  <a:lnTo>
                    <a:pt x="764" y="211"/>
                  </a:lnTo>
                  <a:cubicBezTo>
                    <a:pt x="764" y="96"/>
                    <a:pt x="668" y="1"/>
                    <a:pt x="554" y="1"/>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790;p63">
              <a:extLst>
                <a:ext uri="{FF2B5EF4-FFF2-40B4-BE49-F238E27FC236}">
                  <a16:creationId xmlns:a16="http://schemas.microsoft.com/office/drawing/2014/main" id="{DC13BB85-D8DE-D330-DE39-FC91C8F760DA}"/>
                </a:ext>
              </a:extLst>
            </p:cNvPr>
            <p:cNvSpPr/>
            <p:nvPr/>
          </p:nvSpPr>
          <p:spPr>
            <a:xfrm>
              <a:off x="2308893" y="1686110"/>
              <a:ext cx="31946" cy="11050"/>
            </a:xfrm>
            <a:custGeom>
              <a:avLst/>
              <a:gdLst/>
              <a:ahLst/>
              <a:cxnLst/>
              <a:rect l="l" t="t" r="r" b="b"/>
              <a:pathLst>
                <a:path w="1220" h="422" extrusionOk="0">
                  <a:moveTo>
                    <a:pt x="281" y="0"/>
                  </a:moveTo>
                  <a:cubicBezTo>
                    <a:pt x="1" y="0"/>
                    <a:pt x="1" y="421"/>
                    <a:pt x="281" y="421"/>
                  </a:cubicBezTo>
                  <a:cubicBezTo>
                    <a:pt x="287" y="421"/>
                    <a:pt x="293" y="421"/>
                    <a:pt x="300" y="420"/>
                  </a:cubicBezTo>
                  <a:lnTo>
                    <a:pt x="929" y="420"/>
                  </a:lnTo>
                  <a:cubicBezTo>
                    <a:pt x="935" y="421"/>
                    <a:pt x="941" y="421"/>
                    <a:pt x="947" y="421"/>
                  </a:cubicBezTo>
                  <a:cubicBezTo>
                    <a:pt x="1219" y="421"/>
                    <a:pt x="1219" y="0"/>
                    <a:pt x="947" y="0"/>
                  </a:cubicBezTo>
                  <a:cubicBezTo>
                    <a:pt x="941" y="0"/>
                    <a:pt x="935" y="0"/>
                    <a:pt x="929" y="1"/>
                  </a:cubicBezTo>
                  <a:lnTo>
                    <a:pt x="300" y="1"/>
                  </a:lnTo>
                  <a:cubicBezTo>
                    <a:pt x="293" y="0"/>
                    <a:pt x="287" y="0"/>
                    <a:pt x="281" y="0"/>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791;p63">
              <a:extLst>
                <a:ext uri="{FF2B5EF4-FFF2-40B4-BE49-F238E27FC236}">
                  <a16:creationId xmlns:a16="http://schemas.microsoft.com/office/drawing/2014/main" id="{E5C9A96F-A1A6-EFE9-83DD-57EBA76E46D6}"/>
                </a:ext>
              </a:extLst>
            </p:cNvPr>
            <p:cNvSpPr/>
            <p:nvPr/>
          </p:nvSpPr>
          <p:spPr>
            <a:xfrm>
              <a:off x="2311983" y="1627063"/>
              <a:ext cx="18251" cy="15606"/>
            </a:xfrm>
            <a:custGeom>
              <a:avLst/>
              <a:gdLst/>
              <a:ahLst/>
              <a:cxnLst/>
              <a:rect l="l" t="t" r="r" b="b"/>
              <a:pathLst>
                <a:path w="697" h="596" extrusionOk="0">
                  <a:moveTo>
                    <a:pt x="397" y="0"/>
                  </a:moveTo>
                  <a:cubicBezTo>
                    <a:pt x="324" y="0"/>
                    <a:pt x="250" y="28"/>
                    <a:pt x="191" y="90"/>
                  </a:cubicBezTo>
                  <a:cubicBezTo>
                    <a:pt x="0" y="271"/>
                    <a:pt x="134" y="596"/>
                    <a:pt x="401" y="596"/>
                  </a:cubicBezTo>
                  <a:cubicBezTo>
                    <a:pt x="563" y="596"/>
                    <a:pt x="697" y="462"/>
                    <a:pt x="697" y="300"/>
                  </a:cubicBezTo>
                  <a:cubicBezTo>
                    <a:pt x="697" y="120"/>
                    <a:pt x="549" y="0"/>
                    <a:pt x="397" y="0"/>
                  </a:cubicBezTo>
                  <a:close/>
                </a:path>
              </a:pathLst>
            </a:custGeom>
            <a:solidFill>
              <a:srgbClr val="778DA0"/>
            </a:solidFill>
            <a:ln>
              <a:solidFill>
                <a:schemeClr val="accent3">
                  <a:lumMod val="75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31"/>
          <p:cNvSpPr txBox="1">
            <a:spLocks noGrp="1"/>
          </p:cNvSpPr>
          <p:nvPr>
            <p:ph type="title"/>
          </p:nvPr>
        </p:nvSpPr>
        <p:spPr>
          <a:xfrm>
            <a:off x="720000" y="535000"/>
            <a:ext cx="3214800" cy="572700"/>
          </a:xfrm>
          <a:prstGeom prst="rect">
            <a:avLst/>
          </a:prstGeom>
        </p:spPr>
        <p:txBody>
          <a:bodyPr spcFirstLastPara="1" wrap="square" lIns="91425" tIns="91425" rIns="91425" bIns="91425" anchor="t" anchorCtr="0">
            <a:noAutofit/>
          </a:bodyPr>
          <a:lstStyle/>
          <a:p>
            <a:pPr lvl="0" algn="ctr"/>
            <a:r>
              <a:rPr lang="ar-PS" dirty="0">
                <a:cs typeface="+mn-cs"/>
              </a:rPr>
              <a:t>كيف تعمل تمكين؟</a:t>
            </a:r>
            <a:endParaRPr dirty="0">
              <a:cs typeface="+mn-cs"/>
            </a:endParaRPr>
          </a:p>
        </p:txBody>
      </p:sp>
      <p:sp>
        <p:nvSpPr>
          <p:cNvPr id="825" name="Google Shape;825;p31"/>
          <p:cNvSpPr txBox="1">
            <a:spLocks noGrp="1"/>
          </p:cNvSpPr>
          <p:nvPr>
            <p:ph type="body" idx="1"/>
          </p:nvPr>
        </p:nvSpPr>
        <p:spPr>
          <a:xfrm>
            <a:off x="834425" y="1062926"/>
            <a:ext cx="3214800" cy="2127001"/>
          </a:xfrm>
          <a:prstGeom prst="rect">
            <a:avLst/>
          </a:prstGeom>
        </p:spPr>
        <p:txBody>
          <a:bodyPr spcFirstLastPara="1" wrap="square" lIns="91425" tIns="91425" rIns="91425" bIns="91425" anchor="t" anchorCtr="0">
            <a:noAutofit/>
          </a:bodyPr>
          <a:lstStyle/>
          <a:p>
            <a:pPr marL="152400" indent="0" algn="ctr">
              <a:buNone/>
            </a:pPr>
            <a:r>
              <a:rPr lang="ar-PS" sz="1600" dirty="0"/>
              <a:t>تربط تمكين بين أصحاب الاحتياجات والجهات الداعمة، بدءاً من عرض المشروع والتحقق من معلوماته، ثم اختيار طريقة المساهمة المناسبة مثل التبرع أو التمويل أو التطوع، وصولاً إلى متابعة تنفيذ المشروع ونتائجه.</a:t>
            </a:r>
          </a:p>
        </p:txBody>
      </p:sp>
      <p:pic>
        <p:nvPicPr>
          <p:cNvPr id="826" name="Google Shape;826;p31"/>
          <p:cNvPicPr preferRelativeResize="0">
            <a:picLocks noGrp="1"/>
          </p:cNvPicPr>
          <p:nvPr>
            <p:ph type="pic" idx="3"/>
          </p:nvPr>
        </p:nvPicPr>
        <p:blipFill rotWithShape="1">
          <a:blip r:embed="rId3">
            <a:alphaModFix/>
          </a:blip>
          <a:srcRect t="17033" b="17026"/>
          <a:stretch/>
        </p:blipFill>
        <p:spPr>
          <a:xfrm>
            <a:off x="727036" y="2869303"/>
            <a:ext cx="4839598" cy="2127001"/>
          </a:xfrm>
          <a:prstGeom prst="rect">
            <a:avLst/>
          </a:prstGeom>
        </p:spPr>
      </p:pic>
      <p:pic>
        <p:nvPicPr>
          <p:cNvPr id="827" name="Google Shape;827;p31"/>
          <p:cNvPicPr preferRelativeResize="0">
            <a:picLocks noGrp="1"/>
          </p:cNvPicPr>
          <p:nvPr>
            <p:ph type="pic" idx="2"/>
          </p:nvPr>
        </p:nvPicPr>
        <p:blipFill rotWithShape="1">
          <a:blip r:embed="rId4">
            <a:alphaModFix/>
          </a:blip>
          <a:srcRect l="28719" r="25667"/>
          <a:stretch/>
        </p:blipFill>
        <p:spPr>
          <a:xfrm>
            <a:off x="5681059" y="925901"/>
            <a:ext cx="2791798" cy="4073400"/>
          </a:xfrm>
          <a:prstGeom prst="rect">
            <a:avLst/>
          </a:prstGeom>
        </p:spPr>
      </p:pic>
      <p:grpSp>
        <p:nvGrpSpPr>
          <p:cNvPr id="828" name="Google Shape;828;p31"/>
          <p:cNvGrpSpPr/>
          <p:nvPr/>
        </p:nvGrpSpPr>
        <p:grpSpPr>
          <a:xfrm rot="10800000">
            <a:off x="4659081" y="535000"/>
            <a:ext cx="286025" cy="1306200"/>
            <a:chOff x="978925" y="1314225"/>
            <a:chExt cx="286025" cy="1306200"/>
          </a:xfrm>
        </p:grpSpPr>
        <p:sp>
          <p:nvSpPr>
            <p:cNvPr id="829" name="Google Shape;829;p31"/>
            <p:cNvSpPr/>
            <p:nvPr/>
          </p:nvSpPr>
          <p:spPr>
            <a:xfrm>
              <a:off x="978925"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1"/>
            <p:cNvSpPr/>
            <p:nvPr/>
          </p:nvSpPr>
          <p:spPr>
            <a:xfrm>
              <a:off x="1179150" y="13142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978925"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1179150" y="14667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1"/>
            <p:cNvSpPr/>
            <p:nvPr/>
          </p:nvSpPr>
          <p:spPr>
            <a:xfrm>
              <a:off x="978925"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p:cNvSpPr/>
            <p:nvPr/>
          </p:nvSpPr>
          <p:spPr>
            <a:xfrm>
              <a:off x="1179150" y="16193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p:cNvSpPr/>
            <p:nvPr/>
          </p:nvSpPr>
          <p:spPr>
            <a:xfrm>
              <a:off x="978925"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p:cNvSpPr/>
            <p:nvPr/>
          </p:nvSpPr>
          <p:spPr>
            <a:xfrm>
              <a:off x="1179150" y="17718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p:cNvSpPr/>
            <p:nvPr/>
          </p:nvSpPr>
          <p:spPr>
            <a:xfrm>
              <a:off x="978925"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1"/>
            <p:cNvSpPr/>
            <p:nvPr/>
          </p:nvSpPr>
          <p:spPr>
            <a:xfrm>
              <a:off x="1179150" y="19244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1"/>
            <p:cNvSpPr/>
            <p:nvPr/>
          </p:nvSpPr>
          <p:spPr>
            <a:xfrm>
              <a:off x="978925"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p:cNvSpPr/>
            <p:nvPr/>
          </p:nvSpPr>
          <p:spPr>
            <a:xfrm>
              <a:off x="1179150" y="20769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p:cNvSpPr/>
            <p:nvPr/>
          </p:nvSpPr>
          <p:spPr>
            <a:xfrm>
              <a:off x="978925"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p:cNvSpPr/>
            <p:nvPr/>
          </p:nvSpPr>
          <p:spPr>
            <a:xfrm>
              <a:off x="1179150" y="22295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p:cNvSpPr/>
            <p:nvPr/>
          </p:nvSpPr>
          <p:spPr>
            <a:xfrm>
              <a:off x="978925"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p:cNvSpPr/>
            <p:nvPr/>
          </p:nvSpPr>
          <p:spPr>
            <a:xfrm>
              <a:off x="1179150" y="238207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p:cNvSpPr/>
            <p:nvPr/>
          </p:nvSpPr>
          <p:spPr>
            <a:xfrm>
              <a:off x="978925"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p:cNvSpPr/>
            <p:nvPr/>
          </p:nvSpPr>
          <p:spPr>
            <a:xfrm>
              <a:off x="1179150" y="2534625"/>
              <a:ext cx="85800" cy="858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36"/>
          <p:cNvSpPr txBox="1">
            <a:spLocks noGrp="1"/>
          </p:cNvSpPr>
          <p:nvPr>
            <p:ph type="subTitle" idx="14"/>
          </p:nvPr>
        </p:nvSpPr>
        <p:spPr>
          <a:xfrm>
            <a:off x="3390361" y="2858935"/>
            <a:ext cx="2365800" cy="457200"/>
          </a:xfrm>
          <a:prstGeom prst="rect">
            <a:avLst/>
          </a:prstGeom>
        </p:spPr>
        <p:txBody>
          <a:bodyPr spcFirstLastPara="1" wrap="square" lIns="91425" tIns="91425" rIns="91425" bIns="91425" anchor="b" anchorCtr="0">
            <a:noAutofit/>
          </a:bodyPr>
          <a:lstStyle/>
          <a:p>
            <a:r>
              <a:rPr lang="ar-PS" dirty="0">
                <a:cs typeface="+mn-cs"/>
              </a:rPr>
              <a:t>المستفيد</a:t>
            </a:r>
          </a:p>
        </p:txBody>
      </p:sp>
      <p:sp>
        <p:nvSpPr>
          <p:cNvPr id="1078" name="Google Shape;1078;p36"/>
          <p:cNvSpPr txBox="1">
            <a:spLocks noGrp="1"/>
          </p:cNvSpPr>
          <p:nvPr>
            <p:ph type="subTitle" idx="13"/>
          </p:nvPr>
        </p:nvSpPr>
        <p:spPr>
          <a:xfrm>
            <a:off x="863981" y="2858935"/>
            <a:ext cx="2365800" cy="457200"/>
          </a:xfrm>
          <a:prstGeom prst="rect">
            <a:avLst/>
          </a:prstGeom>
        </p:spPr>
        <p:txBody>
          <a:bodyPr spcFirstLastPara="1" wrap="square" lIns="91425" tIns="91425" rIns="91425" bIns="91425" anchor="b" anchorCtr="0">
            <a:noAutofit/>
          </a:bodyPr>
          <a:lstStyle/>
          <a:p>
            <a:pPr marL="0" indent="0"/>
            <a:r>
              <a:rPr lang="ar-PS" dirty="0">
                <a:cs typeface="+mn-cs"/>
              </a:rPr>
              <a:t>الباحث عن عمل</a:t>
            </a:r>
          </a:p>
        </p:txBody>
      </p:sp>
      <p:sp>
        <p:nvSpPr>
          <p:cNvPr id="1079" name="Google Shape;1079;p36"/>
          <p:cNvSpPr txBox="1">
            <a:spLocks noGrp="1"/>
          </p:cNvSpPr>
          <p:nvPr>
            <p:ph type="subTitle" idx="15"/>
          </p:nvPr>
        </p:nvSpPr>
        <p:spPr>
          <a:xfrm>
            <a:off x="5916741" y="2858935"/>
            <a:ext cx="2365800" cy="457200"/>
          </a:xfrm>
          <a:prstGeom prst="rect">
            <a:avLst/>
          </a:prstGeom>
        </p:spPr>
        <p:txBody>
          <a:bodyPr spcFirstLastPara="1" wrap="square" lIns="91425" tIns="91425" rIns="91425" bIns="91425" anchor="b" anchorCtr="0">
            <a:noAutofit/>
          </a:bodyPr>
          <a:lstStyle/>
          <a:p>
            <a:r>
              <a:rPr lang="ar-PS" b="1" dirty="0">
                <a:cs typeface="+mn-cs"/>
              </a:rPr>
              <a:t>المؤسسات</a:t>
            </a:r>
            <a:endParaRPr lang="ar-PS" dirty="0">
              <a:cs typeface="+mn-cs"/>
            </a:endParaRPr>
          </a:p>
        </p:txBody>
      </p:sp>
      <p:sp>
        <p:nvSpPr>
          <p:cNvPr id="1080" name="Google Shape;1080;p36"/>
          <p:cNvSpPr txBox="1">
            <a:spLocks noGrp="1"/>
          </p:cNvSpPr>
          <p:nvPr>
            <p:ph type="subTitle" idx="7"/>
          </p:nvPr>
        </p:nvSpPr>
        <p:spPr>
          <a:xfrm>
            <a:off x="863650" y="1767325"/>
            <a:ext cx="2365800" cy="457200"/>
          </a:xfrm>
          <a:prstGeom prst="rect">
            <a:avLst/>
          </a:prstGeom>
        </p:spPr>
        <p:txBody>
          <a:bodyPr spcFirstLastPara="1" wrap="square" lIns="91425" tIns="91425" rIns="91425" bIns="91425" anchor="b" anchorCtr="0">
            <a:noAutofit/>
          </a:bodyPr>
          <a:lstStyle/>
          <a:p>
            <a:r>
              <a:rPr lang="ar-PS" dirty="0">
                <a:cs typeface="+mn-cs"/>
              </a:rPr>
              <a:t>المتبرع</a:t>
            </a:r>
          </a:p>
        </p:txBody>
      </p:sp>
      <p:sp>
        <p:nvSpPr>
          <p:cNvPr id="1081" name="Google Shape;1081;p36"/>
          <p:cNvSpPr txBox="1">
            <a:spLocks noGrp="1"/>
          </p:cNvSpPr>
          <p:nvPr>
            <p:ph type="subTitle" idx="8"/>
          </p:nvPr>
        </p:nvSpPr>
        <p:spPr>
          <a:xfrm>
            <a:off x="3391450" y="1767325"/>
            <a:ext cx="2365800" cy="457200"/>
          </a:xfrm>
          <a:prstGeom prst="rect">
            <a:avLst/>
          </a:prstGeom>
        </p:spPr>
        <p:txBody>
          <a:bodyPr spcFirstLastPara="1" wrap="square" lIns="91425" tIns="91425" rIns="91425" bIns="91425" anchor="b" anchorCtr="0">
            <a:noAutofit/>
          </a:bodyPr>
          <a:lstStyle/>
          <a:p>
            <a:r>
              <a:rPr lang="ar-PS" dirty="0">
                <a:cs typeface="+mn-cs"/>
              </a:rPr>
              <a:t>المتطوع</a:t>
            </a:r>
          </a:p>
        </p:txBody>
      </p:sp>
      <p:sp>
        <p:nvSpPr>
          <p:cNvPr id="1082" name="Google Shape;1082;p36"/>
          <p:cNvSpPr txBox="1">
            <a:spLocks noGrp="1"/>
          </p:cNvSpPr>
          <p:nvPr>
            <p:ph type="subTitle" idx="9"/>
          </p:nvPr>
        </p:nvSpPr>
        <p:spPr>
          <a:xfrm>
            <a:off x="5919251" y="1767325"/>
            <a:ext cx="2361300" cy="457200"/>
          </a:xfrm>
          <a:prstGeom prst="rect">
            <a:avLst/>
          </a:prstGeom>
        </p:spPr>
        <p:txBody>
          <a:bodyPr spcFirstLastPara="1" wrap="square" lIns="91425" tIns="91425" rIns="91425" bIns="91425" anchor="b" anchorCtr="0">
            <a:noAutofit/>
          </a:bodyPr>
          <a:lstStyle/>
          <a:p>
            <a:r>
              <a:rPr lang="ar-PS" dirty="0">
                <a:cs typeface="+mn-cs"/>
              </a:rPr>
              <a:t>المستثمر</a:t>
            </a:r>
          </a:p>
        </p:txBody>
      </p:sp>
      <p:sp>
        <p:nvSpPr>
          <p:cNvPr id="1083" name="Google Shape;1083;p36"/>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r>
              <a:rPr lang="ar-PS" b="1" dirty="0">
                <a:cs typeface="+mn-cs"/>
              </a:rPr>
              <a:t>من نخدم؟</a:t>
            </a:r>
          </a:p>
        </p:txBody>
      </p:sp>
      <p:sp>
        <p:nvSpPr>
          <p:cNvPr id="1084" name="Google Shape;1084;p36"/>
          <p:cNvSpPr txBox="1">
            <a:spLocks noGrp="1"/>
          </p:cNvSpPr>
          <p:nvPr>
            <p:ph type="subTitle" idx="1"/>
          </p:nvPr>
        </p:nvSpPr>
        <p:spPr>
          <a:xfrm>
            <a:off x="868598" y="2078253"/>
            <a:ext cx="2365800" cy="548700"/>
          </a:xfrm>
          <a:prstGeom prst="rect">
            <a:avLst/>
          </a:prstGeom>
        </p:spPr>
        <p:txBody>
          <a:bodyPr spcFirstLastPara="1" wrap="square" lIns="91425" tIns="91425" rIns="91425" bIns="91425" anchor="t" anchorCtr="0">
            <a:noAutofit/>
          </a:bodyPr>
          <a:lstStyle/>
          <a:p>
            <a:r>
              <a:rPr lang="ar-PS" sz="1600" dirty="0"/>
              <a:t>يريد أن يدعم بوضوح وثقة.</a:t>
            </a:r>
          </a:p>
        </p:txBody>
      </p:sp>
      <p:sp>
        <p:nvSpPr>
          <p:cNvPr id="1085" name="Google Shape;1085;p36"/>
          <p:cNvSpPr txBox="1">
            <a:spLocks noGrp="1"/>
          </p:cNvSpPr>
          <p:nvPr>
            <p:ph type="subTitle" idx="4"/>
          </p:nvPr>
        </p:nvSpPr>
        <p:spPr>
          <a:xfrm>
            <a:off x="868598" y="3174375"/>
            <a:ext cx="2365800" cy="548700"/>
          </a:xfrm>
          <a:prstGeom prst="rect">
            <a:avLst/>
          </a:prstGeom>
        </p:spPr>
        <p:txBody>
          <a:bodyPr spcFirstLastPara="1" wrap="square" lIns="91425" tIns="91425" rIns="91425" bIns="91425" anchor="t" anchorCtr="0">
            <a:noAutofit/>
          </a:bodyPr>
          <a:lstStyle/>
          <a:p>
            <a:r>
              <a:rPr lang="ar-PS" sz="1600" dirty="0"/>
              <a:t>يريد الوصول إلى فرصة مناسبة.</a:t>
            </a:r>
          </a:p>
        </p:txBody>
      </p:sp>
      <p:sp>
        <p:nvSpPr>
          <p:cNvPr id="1086" name="Google Shape;1086;p36"/>
          <p:cNvSpPr txBox="1">
            <a:spLocks noGrp="1"/>
          </p:cNvSpPr>
          <p:nvPr>
            <p:ph type="subTitle" idx="5"/>
          </p:nvPr>
        </p:nvSpPr>
        <p:spPr>
          <a:xfrm>
            <a:off x="3391447" y="3174375"/>
            <a:ext cx="2365800" cy="548700"/>
          </a:xfrm>
          <a:prstGeom prst="rect">
            <a:avLst/>
          </a:prstGeom>
        </p:spPr>
        <p:txBody>
          <a:bodyPr spcFirstLastPara="1" wrap="square" lIns="91425" tIns="91425" rIns="91425" bIns="91425" anchor="t" anchorCtr="0">
            <a:noAutofit/>
          </a:bodyPr>
          <a:lstStyle/>
          <a:p>
            <a:r>
              <a:rPr lang="ar-PS" sz="1600" dirty="0"/>
              <a:t>يحتاج إلى الوصول إلى الدعم والفرص المتاحة.</a:t>
            </a:r>
          </a:p>
        </p:txBody>
      </p:sp>
      <p:sp>
        <p:nvSpPr>
          <p:cNvPr id="1087" name="Google Shape;1087;p36"/>
          <p:cNvSpPr txBox="1">
            <a:spLocks noGrp="1"/>
          </p:cNvSpPr>
          <p:nvPr>
            <p:ph type="subTitle" idx="2"/>
          </p:nvPr>
        </p:nvSpPr>
        <p:spPr>
          <a:xfrm>
            <a:off x="3391447" y="2078253"/>
            <a:ext cx="2365800" cy="548700"/>
          </a:xfrm>
          <a:prstGeom prst="rect">
            <a:avLst/>
          </a:prstGeom>
        </p:spPr>
        <p:txBody>
          <a:bodyPr spcFirstLastPara="1" wrap="square" lIns="91425" tIns="91425" rIns="91425" bIns="91425" anchor="t" anchorCtr="0">
            <a:noAutofit/>
          </a:bodyPr>
          <a:lstStyle/>
          <a:p>
            <a:r>
              <a:rPr lang="ar-PS" sz="1600" dirty="0"/>
              <a:t>يريد توظيف وقته ومهاراته في المكان المناسب.</a:t>
            </a:r>
          </a:p>
        </p:txBody>
      </p:sp>
      <p:sp>
        <p:nvSpPr>
          <p:cNvPr id="1088" name="Google Shape;1088;p36"/>
          <p:cNvSpPr txBox="1">
            <a:spLocks noGrp="1"/>
          </p:cNvSpPr>
          <p:nvPr>
            <p:ph type="subTitle" idx="3"/>
          </p:nvPr>
        </p:nvSpPr>
        <p:spPr>
          <a:xfrm>
            <a:off x="5914296" y="2078253"/>
            <a:ext cx="2361300" cy="548700"/>
          </a:xfrm>
          <a:prstGeom prst="rect">
            <a:avLst/>
          </a:prstGeom>
        </p:spPr>
        <p:txBody>
          <a:bodyPr spcFirstLastPara="1" wrap="square" lIns="91425" tIns="91425" rIns="91425" bIns="91425" anchor="t" anchorCtr="0">
            <a:noAutofit/>
          </a:bodyPr>
          <a:lstStyle/>
          <a:p>
            <a:r>
              <a:rPr lang="ar-PS" sz="1600" dirty="0"/>
              <a:t>يبحث عن مشاريع وفرص قابلة للنمو.</a:t>
            </a:r>
          </a:p>
        </p:txBody>
      </p:sp>
      <p:sp>
        <p:nvSpPr>
          <p:cNvPr id="1089" name="Google Shape;1089;p36"/>
          <p:cNvSpPr txBox="1">
            <a:spLocks noGrp="1"/>
          </p:cNvSpPr>
          <p:nvPr>
            <p:ph type="subTitle" idx="6"/>
          </p:nvPr>
        </p:nvSpPr>
        <p:spPr>
          <a:xfrm>
            <a:off x="5914296" y="3174374"/>
            <a:ext cx="2361300" cy="1681643"/>
          </a:xfrm>
          <a:prstGeom prst="rect">
            <a:avLst/>
          </a:prstGeom>
        </p:spPr>
        <p:txBody>
          <a:bodyPr spcFirstLastPara="1" wrap="square" lIns="91425" tIns="91425" rIns="91425" bIns="91425" anchor="t" anchorCtr="0">
            <a:noAutofit/>
          </a:bodyPr>
          <a:lstStyle/>
          <a:p>
            <a:pPr marL="152400" indent="0"/>
            <a:r>
              <a:rPr lang="ar-PS" sz="1600" dirty="0"/>
              <a:t>الجمعيات والمنظمات غير الربحية</a:t>
            </a:r>
            <a:br>
              <a:rPr lang="ar-PS" sz="1600" dirty="0"/>
            </a:br>
            <a:r>
              <a:rPr lang="ar-PS" sz="1600" dirty="0"/>
              <a:t>الشركات</a:t>
            </a:r>
            <a:br>
              <a:rPr lang="ar-PS" sz="1600" dirty="0"/>
            </a:br>
            <a:r>
              <a:rPr lang="ar-PS" sz="1600" dirty="0"/>
              <a:t>الشركات الناشئة</a:t>
            </a:r>
            <a:br>
              <a:rPr lang="ar-PS" sz="1600" dirty="0"/>
            </a:br>
            <a:r>
              <a:rPr lang="ar-PS" sz="1600" dirty="0"/>
              <a:t>المؤسسات والصناديق</a:t>
            </a:r>
            <a:br>
              <a:rPr lang="ar-PS" sz="1600" dirty="0"/>
            </a:br>
            <a:r>
              <a:rPr lang="ar-PS" sz="1600" dirty="0"/>
              <a:t>الجهات والمؤسسات العامة</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6">
          <a:extLst>
            <a:ext uri="{FF2B5EF4-FFF2-40B4-BE49-F238E27FC236}">
              <a16:creationId xmlns:a16="http://schemas.microsoft.com/office/drawing/2014/main" id="{5599FD4A-87DF-C6DF-05BF-953B99D75497}"/>
            </a:ext>
          </a:extLst>
        </p:cNvPr>
        <p:cNvGrpSpPr/>
        <p:nvPr/>
      </p:nvGrpSpPr>
      <p:grpSpPr>
        <a:xfrm>
          <a:off x="0" y="0"/>
          <a:ext cx="0" cy="0"/>
          <a:chOff x="0" y="0"/>
          <a:chExt cx="0" cy="0"/>
        </a:xfrm>
      </p:grpSpPr>
      <p:sp>
        <p:nvSpPr>
          <p:cNvPr id="1077" name="Google Shape;1077;p36">
            <a:extLst>
              <a:ext uri="{FF2B5EF4-FFF2-40B4-BE49-F238E27FC236}">
                <a16:creationId xmlns:a16="http://schemas.microsoft.com/office/drawing/2014/main" id="{30D85705-5483-C356-4AB1-3339B27B771E}"/>
              </a:ext>
            </a:extLst>
          </p:cNvPr>
          <p:cNvSpPr txBox="1">
            <a:spLocks noGrp="1"/>
          </p:cNvSpPr>
          <p:nvPr>
            <p:ph type="subTitle" idx="14"/>
          </p:nvPr>
        </p:nvSpPr>
        <p:spPr>
          <a:xfrm>
            <a:off x="3390361" y="2858935"/>
            <a:ext cx="2365800" cy="457200"/>
          </a:xfrm>
          <a:prstGeom prst="rect">
            <a:avLst/>
          </a:prstGeom>
        </p:spPr>
        <p:txBody>
          <a:bodyPr spcFirstLastPara="1" wrap="square" lIns="91425" tIns="91425" rIns="91425" bIns="91425" anchor="b" anchorCtr="0">
            <a:noAutofit/>
          </a:bodyPr>
          <a:lstStyle/>
          <a:p>
            <a:r>
              <a:rPr lang="ar-PS" dirty="0">
                <a:cs typeface="+mn-cs"/>
              </a:rPr>
              <a:t>المستفيد</a:t>
            </a:r>
          </a:p>
        </p:txBody>
      </p:sp>
      <p:sp>
        <p:nvSpPr>
          <p:cNvPr id="1078" name="Google Shape;1078;p36">
            <a:extLst>
              <a:ext uri="{FF2B5EF4-FFF2-40B4-BE49-F238E27FC236}">
                <a16:creationId xmlns:a16="http://schemas.microsoft.com/office/drawing/2014/main" id="{7B1D3FB0-98C5-72F4-1EFF-AB5C80998A6F}"/>
              </a:ext>
            </a:extLst>
          </p:cNvPr>
          <p:cNvSpPr txBox="1">
            <a:spLocks noGrp="1"/>
          </p:cNvSpPr>
          <p:nvPr>
            <p:ph type="subTitle" idx="13"/>
          </p:nvPr>
        </p:nvSpPr>
        <p:spPr>
          <a:xfrm>
            <a:off x="863981" y="2858935"/>
            <a:ext cx="2365800" cy="457200"/>
          </a:xfrm>
          <a:prstGeom prst="rect">
            <a:avLst/>
          </a:prstGeom>
        </p:spPr>
        <p:txBody>
          <a:bodyPr spcFirstLastPara="1" wrap="square" lIns="91425" tIns="91425" rIns="91425" bIns="91425" anchor="b" anchorCtr="0">
            <a:noAutofit/>
          </a:bodyPr>
          <a:lstStyle/>
          <a:p>
            <a:pPr marL="0" indent="0"/>
            <a:r>
              <a:rPr lang="ar-PS" dirty="0">
                <a:cs typeface="+mn-cs"/>
              </a:rPr>
              <a:t>الباحث عن عمل</a:t>
            </a:r>
          </a:p>
        </p:txBody>
      </p:sp>
      <p:sp>
        <p:nvSpPr>
          <p:cNvPr id="1079" name="Google Shape;1079;p36">
            <a:extLst>
              <a:ext uri="{FF2B5EF4-FFF2-40B4-BE49-F238E27FC236}">
                <a16:creationId xmlns:a16="http://schemas.microsoft.com/office/drawing/2014/main" id="{55E9A880-E025-76F5-6986-CB098709199C}"/>
              </a:ext>
            </a:extLst>
          </p:cNvPr>
          <p:cNvSpPr txBox="1">
            <a:spLocks noGrp="1"/>
          </p:cNvSpPr>
          <p:nvPr>
            <p:ph type="subTitle" idx="15"/>
          </p:nvPr>
        </p:nvSpPr>
        <p:spPr>
          <a:xfrm>
            <a:off x="5916741" y="2858935"/>
            <a:ext cx="2365800" cy="457200"/>
          </a:xfrm>
          <a:prstGeom prst="rect">
            <a:avLst/>
          </a:prstGeom>
        </p:spPr>
        <p:txBody>
          <a:bodyPr spcFirstLastPara="1" wrap="square" lIns="91425" tIns="91425" rIns="91425" bIns="91425" anchor="b" anchorCtr="0">
            <a:noAutofit/>
          </a:bodyPr>
          <a:lstStyle/>
          <a:p>
            <a:r>
              <a:rPr lang="ar-PS" b="1" dirty="0">
                <a:cs typeface="+mn-cs"/>
              </a:rPr>
              <a:t>المؤسسات</a:t>
            </a:r>
            <a:endParaRPr lang="ar-PS" dirty="0">
              <a:cs typeface="+mn-cs"/>
            </a:endParaRPr>
          </a:p>
        </p:txBody>
      </p:sp>
      <p:sp>
        <p:nvSpPr>
          <p:cNvPr id="1080" name="Google Shape;1080;p36">
            <a:extLst>
              <a:ext uri="{FF2B5EF4-FFF2-40B4-BE49-F238E27FC236}">
                <a16:creationId xmlns:a16="http://schemas.microsoft.com/office/drawing/2014/main" id="{DA7D3FF3-0E9B-EAB1-B81F-344F79BA44C1}"/>
              </a:ext>
            </a:extLst>
          </p:cNvPr>
          <p:cNvSpPr txBox="1">
            <a:spLocks noGrp="1"/>
          </p:cNvSpPr>
          <p:nvPr>
            <p:ph type="subTitle" idx="7"/>
          </p:nvPr>
        </p:nvSpPr>
        <p:spPr>
          <a:xfrm>
            <a:off x="863650" y="1767325"/>
            <a:ext cx="2365800" cy="457200"/>
          </a:xfrm>
          <a:prstGeom prst="rect">
            <a:avLst/>
          </a:prstGeom>
        </p:spPr>
        <p:txBody>
          <a:bodyPr spcFirstLastPara="1" wrap="square" lIns="91425" tIns="91425" rIns="91425" bIns="91425" anchor="b" anchorCtr="0">
            <a:noAutofit/>
          </a:bodyPr>
          <a:lstStyle/>
          <a:p>
            <a:r>
              <a:rPr lang="ar-PS" dirty="0">
                <a:cs typeface="+mn-cs"/>
              </a:rPr>
              <a:t>المتبرع</a:t>
            </a:r>
          </a:p>
        </p:txBody>
      </p:sp>
      <p:sp>
        <p:nvSpPr>
          <p:cNvPr id="1081" name="Google Shape;1081;p36">
            <a:extLst>
              <a:ext uri="{FF2B5EF4-FFF2-40B4-BE49-F238E27FC236}">
                <a16:creationId xmlns:a16="http://schemas.microsoft.com/office/drawing/2014/main" id="{90AF54D1-7903-B973-B009-48324FB6E839}"/>
              </a:ext>
            </a:extLst>
          </p:cNvPr>
          <p:cNvSpPr txBox="1">
            <a:spLocks noGrp="1"/>
          </p:cNvSpPr>
          <p:nvPr>
            <p:ph type="subTitle" idx="8"/>
          </p:nvPr>
        </p:nvSpPr>
        <p:spPr>
          <a:xfrm>
            <a:off x="3391450" y="1767325"/>
            <a:ext cx="2365800" cy="457200"/>
          </a:xfrm>
          <a:prstGeom prst="rect">
            <a:avLst/>
          </a:prstGeom>
        </p:spPr>
        <p:txBody>
          <a:bodyPr spcFirstLastPara="1" wrap="square" lIns="91425" tIns="91425" rIns="91425" bIns="91425" anchor="b" anchorCtr="0">
            <a:noAutofit/>
          </a:bodyPr>
          <a:lstStyle/>
          <a:p>
            <a:r>
              <a:rPr lang="ar-SA" dirty="0">
                <a:cs typeface="+mn-cs"/>
              </a:rPr>
              <a:t>المجتمع</a:t>
            </a:r>
            <a:endParaRPr lang="ar-PS" dirty="0">
              <a:cs typeface="+mn-cs"/>
            </a:endParaRPr>
          </a:p>
        </p:txBody>
      </p:sp>
      <p:sp>
        <p:nvSpPr>
          <p:cNvPr id="1082" name="Google Shape;1082;p36">
            <a:extLst>
              <a:ext uri="{FF2B5EF4-FFF2-40B4-BE49-F238E27FC236}">
                <a16:creationId xmlns:a16="http://schemas.microsoft.com/office/drawing/2014/main" id="{A12B471B-7F29-FBC3-42D2-BDDEC2ADE6C6}"/>
              </a:ext>
            </a:extLst>
          </p:cNvPr>
          <p:cNvSpPr txBox="1">
            <a:spLocks noGrp="1"/>
          </p:cNvSpPr>
          <p:nvPr>
            <p:ph type="subTitle" idx="9"/>
          </p:nvPr>
        </p:nvSpPr>
        <p:spPr>
          <a:xfrm>
            <a:off x="5919251" y="1767325"/>
            <a:ext cx="2361300" cy="457200"/>
          </a:xfrm>
          <a:prstGeom prst="rect">
            <a:avLst/>
          </a:prstGeom>
        </p:spPr>
        <p:txBody>
          <a:bodyPr spcFirstLastPara="1" wrap="square" lIns="91425" tIns="91425" rIns="91425" bIns="91425" anchor="b" anchorCtr="0">
            <a:noAutofit/>
          </a:bodyPr>
          <a:lstStyle/>
          <a:p>
            <a:r>
              <a:rPr lang="ar-PS" dirty="0">
                <a:cs typeface="+mn-cs"/>
              </a:rPr>
              <a:t>المستثمر</a:t>
            </a:r>
          </a:p>
        </p:txBody>
      </p:sp>
      <p:sp>
        <p:nvSpPr>
          <p:cNvPr id="1083" name="Google Shape;1083;p36">
            <a:extLst>
              <a:ext uri="{FF2B5EF4-FFF2-40B4-BE49-F238E27FC236}">
                <a16:creationId xmlns:a16="http://schemas.microsoft.com/office/drawing/2014/main" id="{46A4BAEB-5E9B-AC0E-83A2-0406344D7437}"/>
              </a:ext>
            </a:extLst>
          </p:cNvPr>
          <p:cNvSpPr txBox="1">
            <a:spLocks noGrp="1"/>
          </p:cNvSpPr>
          <p:nvPr>
            <p:ph type="title"/>
          </p:nvPr>
        </p:nvSpPr>
        <p:spPr>
          <a:xfrm>
            <a:off x="720000" y="535000"/>
            <a:ext cx="7704000" cy="572700"/>
          </a:xfrm>
          <a:prstGeom prst="rect">
            <a:avLst/>
          </a:prstGeom>
        </p:spPr>
        <p:txBody>
          <a:bodyPr spcFirstLastPara="1" wrap="square" lIns="91425" tIns="91425" rIns="91425" bIns="91425" anchor="t" anchorCtr="0">
            <a:noAutofit/>
          </a:bodyPr>
          <a:lstStyle/>
          <a:p>
            <a:r>
              <a:rPr lang="ar-PS" b="1" dirty="0">
                <a:cs typeface="+mn-cs"/>
              </a:rPr>
              <a:t>القيمة التي تقدمها تمكين</a:t>
            </a:r>
          </a:p>
        </p:txBody>
      </p:sp>
      <p:sp>
        <p:nvSpPr>
          <p:cNvPr id="1084" name="Google Shape;1084;p36">
            <a:extLst>
              <a:ext uri="{FF2B5EF4-FFF2-40B4-BE49-F238E27FC236}">
                <a16:creationId xmlns:a16="http://schemas.microsoft.com/office/drawing/2014/main" id="{EA5AAB5F-E99E-5A46-34CE-7528AEA9F3DD}"/>
              </a:ext>
            </a:extLst>
          </p:cNvPr>
          <p:cNvSpPr txBox="1">
            <a:spLocks noGrp="1"/>
          </p:cNvSpPr>
          <p:nvPr>
            <p:ph type="subTitle" idx="1"/>
          </p:nvPr>
        </p:nvSpPr>
        <p:spPr>
          <a:xfrm>
            <a:off x="868598" y="2078253"/>
            <a:ext cx="2365800" cy="548700"/>
          </a:xfrm>
          <a:prstGeom prst="rect">
            <a:avLst/>
          </a:prstGeom>
        </p:spPr>
        <p:txBody>
          <a:bodyPr spcFirstLastPara="1" wrap="square" lIns="91425" tIns="91425" rIns="91425" bIns="91425" anchor="t" anchorCtr="0">
            <a:noAutofit/>
          </a:bodyPr>
          <a:lstStyle/>
          <a:p>
            <a:r>
              <a:rPr lang="ar-PS" sz="1600" dirty="0"/>
              <a:t>شفافية أكبر ورؤية أوضح لأثر مساهمته.</a:t>
            </a:r>
          </a:p>
        </p:txBody>
      </p:sp>
      <p:sp>
        <p:nvSpPr>
          <p:cNvPr id="1085" name="Google Shape;1085;p36">
            <a:extLst>
              <a:ext uri="{FF2B5EF4-FFF2-40B4-BE49-F238E27FC236}">
                <a16:creationId xmlns:a16="http://schemas.microsoft.com/office/drawing/2014/main" id="{A4E3D49A-E167-C4F1-E5B2-8CC46DC614E0}"/>
              </a:ext>
            </a:extLst>
          </p:cNvPr>
          <p:cNvSpPr txBox="1">
            <a:spLocks noGrp="1"/>
          </p:cNvSpPr>
          <p:nvPr>
            <p:ph type="subTitle" idx="4"/>
          </p:nvPr>
        </p:nvSpPr>
        <p:spPr>
          <a:xfrm>
            <a:off x="868598" y="3174375"/>
            <a:ext cx="2365800" cy="548700"/>
          </a:xfrm>
          <a:prstGeom prst="rect">
            <a:avLst/>
          </a:prstGeom>
        </p:spPr>
        <p:txBody>
          <a:bodyPr spcFirstLastPara="1" wrap="square" lIns="91425" tIns="91425" rIns="91425" bIns="91425" anchor="t" anchorCtr="0">
            <a:noAutofit/>
          </a:bodyPr>
          <a:lstStyle/>
          <a:p>
            <a:r>
              <a:rPr lang="ar-PS" sz="1600" dirty="0"/>
              <a:t>الوصول إلى فرص مرتبطة بالمؤسسات والمشاريع الفعلية.</a:t>
            </a:r>
          </a:p>
        </p:txBody>
      </p:sp>
      <p:sp>
        <p:nvSpPr>
          <p:cNvPr id="1086" name="Google Shape;1086;p36">
            <a:extLst>
              <a:ext uri="{FF2B5EF4-FFF2-40B4-BE49-F238E27FC236}">
                <a16:creationId xmlns:a16="http://schemas.microsoft.com/office/drawing/2014/main" id="{235C0E2F-B019-182D-5AAC-5E6B8B947B3D}"/>
              </a:ext>
            </a:extLst>
          </p:cNvPr>
          <p:cNvSpPr txBox="1">
            <a:spLocks noGrp="1"/>
          </p:cNvSpPr>
          <p:nvPr>
            <p:ph type="subTitle" idx="5"/>
          </p:nvPr>
        </p:nvSpPr>
        <p:spPr>
          <a:xfrm>
            <a:off x="3391447" y="3174375"/>
            <a:ext cx="2365800" cy="548700"/>
          </a:xfrm>
          <a:prstGeom prst="rect">
            <a:avLst/>
          </a:prstGeom>
        </p:spPr>
        <p:txBody>
          <a:bodyPr spcFirstLastPara="1" wrap="square" lIns="91425" tIns="91425" rIns="91425" bIns="91425" anchor="t" anchorCtr="0">
            <a:noAutofit/>
          </a:bodyPr>
          <a:lstStyle/>
          <a:p>
            <a:r>
              <a:rPr lang="ar-PS" sz="1600" dirty="0"/>
              <a:t>منصة تجمع التمويل والدعم والمواهب في مكان واحد</a:t>
            </a:r>
          </a:p>
        </p:txBody>
      </p:sp>
      <p:sp>
        <p:nvSpPr>
          <p:cNvPr id="1087" name="Google Shape;1087;p36">
            <a:extLst>
              <a:ext uri="{FF2B5EF4-FFF2-40B4-BE49-F238E27FC236}">
                <a16:creationId xmlns:a16="http://schemas.microsoft.com/office/drawing/2014/main" id="{51A83804-1433-EB99-74D3-5756CC54A1CE}"/>
              </a:ext>
            </a:extLst>
          </p:cNvPr>
          <p:cNvSpPr txBox="1">
            <a:spLocks noGrp="1"/>
          </p:cNvSpPr>
          <p:nvPr>
            <p:ph type="subTitle" idx="2"/>
          </p:nvPr>
        </p:nvSpPr>
        <p:spPr>
          <a:xfrm>
            <a:off x="3391447" y="2078253"/>
            <a:ext cx="2365800" cy="548700"/>
          </a:xfrm>
          <a:prstGeom prst="rect">
            <a:avLst/>
          </a:prstGeom>
        </p:spPr>
        <p:txBody>
          <a:bodyPr spcFirstLastPara="1" wrap="square" lIns="91425" tIns="91425" rIns="91425" bIns="91425" anchor="t" anchorCtr="0">
            <a:noAutofit/>
          </a:bodyPr>
          <a:lstStyle/>
          <a:p>
            <a:r>
              <a:rPr lang="ar-PS" sz="1600" dirty="0"/>
              <a:t>تحويل الموارد المتفرقة إلى فرص ومشاريع ذات أثر.</a:t>
            </a:r>
          </a:p>
        </p:txBody>
      </p:sp>
      <p:sp>
        <p:nvSpPr>
          <p:cNvPr id="1088" name="Google Shape;1088;p36">
            <a:extLst>
              <a:ext uri="{FF2B5EF4-FFF2-40B4-BE49-F238E27FC236}">
                <a16:creationId xmlns:a16="http://schemas.microsoft.com/office/drawing/2014/main" id="{59C90794-CBEC-C701-5463-959CB0252EE5}"/>
              </a:ext>
            </a:extLst>
          </p:cNvPr>
          <p:cNvSpPr txBox="1">
            <a:spLocks noGrp="1"/>
          </p:cNvSpPr>
          <p:nvPr>
            <p:ph type="subTitle" idx="3"/>
          </p:nvPr>
        </p:nvSpPr>
        <p:spPr>
          <a:xfrm>
            <a:off x="5914296" y="2078253"/>
            <a:ext cx="2361300" cy="548700"/>
          </a:xfrm>
          <a:prstGeom prst="rect">
            <a:avLst/>
          </a:prstGeom>
        </p:spPr>
        <p:txBody>
          <a:bodyPr spcFirstLastPara="1" wrap="square" lIns="91425" tIns="91425" rIns="91425" bIns="91425" anchor="t" anchorCtr="0">
            <a:noAutofit/>
          </a:bodyPr>
          <a:lstStyle/>
          <a:p>
            <a:r>
              <a:rPr lang="ar-PS" sz="1600" dirty="0"/>
              <a:t>اكتشاف مشاريع وشركات وفرص قابلة للنمو.</a:t>
            </a:r>
          </a:p>
        </p:txBody>
      </p:sp>
      <p:sp>
        <p:nvSpPr>
          <p:cNvPr id="1089" name="Google Shape;1089;p36">
            <a:extLst>
              <a:ext uri="{FF2B5EF4-FFF2-40B4-BE49-F238E27FC236}">
                <a16:creationId xmlns:a16="http://schemas.microsoft.com/office/drawing/2014/main" id="{E855CE79-F075-4DE5-4F08-6B304284C95F}"/>
              </a:ext>
            </a:extLst>
          </p:cNvPr>
          <p:cNvSpPr txBox="1">
            <a:spLocks noGrp="1"/>
          </p:cNvSpPr>
          <p:nvPr>
            <p:ph type="subTitle" idx="6"/>
          </p:nvPr>
        </p:nvSpPr>
        <p:spPr>
          <a:xfrm>
            <a:off x="5914296" y="3174374"/>
            <a:ext cx="2361300" cy="1681643"/>
          </a:xfrm>
          <a:prstGeom prst="rect">
            <a:avLst/>
          </a:prstGeom>
        </p:spPr>
        <p:txBody>
          <a:bodyPr spcFirstLastPara="1" wrap="square" lIns="91425" tIns="91425" rIns="91425" bIns="91425" anchor="t" anchorCtr="0">
            <a:noAutofit/>
          </a:bodyPr>
          <a:lstStyle/>
          <a:p>
            <a:r>
              <a:rPr lang="ar-PS" sz="1600" dirty="0"/>
              <a:t>وصول أسهل إلى الداعمين والموارد والكفاءات.</a:t>
            </a:r>
          </a:p>
        </p:txBody>
      </p:sp>
    </p:spTree>
    <p:extLst>
      <p:ext uri="{BB962C8B-B14F-4D97-AF65-F5344CB8AC3E}">
        <p14:creationId xmlns:p14="http://schemas.microsoft.com/office/powerpoint/2010/main" val="1397023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35"/>
          <p:cNvSpPr txBox="1">
            <a:spLocks noGrp="1"/>
          </p:cNvSpPr>
          <p:nvPr>
            <p:ph type="subTitle" idx="2"/>
          </p:nvPr>
        </p:nvSpPr>
        <p:spPr>
          <a:xfrm>
            <a:off x="1364629" y="2231597"/>
            <a:ext cx="2967000" cy="1027800"/>
          </a:xfrm>
          <a:prstGeom prst="rect">
            <a:avLst/>
          </a:prstGeom>
        </p:spPr>
        <p:txBody>
          <a:bodyPr spcFirstLastPara="1" wrap="square" lIns="91425" tIns="91425" rIns="91425" bIns="91425" anchor="t" anchorCtr="0">
            <a:noAutofit/>
          </a:bodyPr>
          <a:lstStyle/>
          <a:p>
            <a:r>
              <a:rPr lang="ar-PS" sz="1600" dirty="0"/>
              <a:t>من تحويل المال والوقت والمهارات إلى أثر حقيقي.</a:t>
            </a:r>
          </a:p>
        </p:txBody>
      </p:sp>
      <p:sp>
        <p:nvSpPr>
          <p:cNvPr id="1065" name="Google Shape;1065;p35"/>
          <p:cNvSpPr txBox="1">
            <a:spLocks noGrp="1"/>
          </p:cNvSpPr>
          <p:nvPr>
            <p:ph type="subTitle" idx="3"/>
          </p:nvPr>
        </p:nvSpPr>
        <p:spPr>
          <a:xfrm>
            <a:off x="4756955" y="2231597"/>
            <a:ext cx="2967000" cy="1027800"/>
          </a:xfrm>
          <a:prstGeom prst="rect">
            <a:avLst/>
          </a:prstGeom>
        </p:spPr>
        <p:txBody>
          <a:bodyPr spcFirstLastPara="1" wrap="square" lIns="91425" tIns="91425" rIns="91425" bIns="91425" anchor="t" anchorCtr="0">
            <a:noAutofit/>
          </a:bodyPr>
          <a:lstStyle/>
          <a:p>
            <a:r>
              <a:rPr lang="ar-PS" sz="1600" dirty="0"/>
              <a:t>من الوصول إلى الموارد والكفاءات التي تحتاجها.</a:t>
            </a:r>
          </a:p>
        </p:txBody>
      </p:sp>
      <p:sp>
        <p:nvSpPr>
          <p:cNvPr id="1066" name="Google Shape;1066;p35"/>
          <p:cNvSpPr txBox="1">
            <a:spLocks noGrp="1"/>
          </p:cNvSpPr>
          <p:nvPr>
            <p:ph type="subTitle" idx="4"/>
          </p:nvPr>
        </p:nvSpPr>
        <p:spPr>
          <a:xfrm>
            <a:off x="1364629" y="3522722"/>
            <a:ext cx="2967000" cy="1027800"/>
          </a:xfrm>
          <a:prstGeom prst="rect">
            <a:avLst/>
          </a:prstGeom>
        </p:spPr>
        <p:txBody>
          <a:bodyPr spcFirstLastPara="1" wrap="square" lIns="91425" tIns="91425" rIns="91425" bIns="91425" anchor="t" anchorCtr="0">
            <a:noAutofit/>
          </a:bodyPr>
          <a:lstStyle/>
          <a:p>
            <a:r>
              <a:rPr lang="ar-PS" sz="1600" dirty="0"/>
              <a:t>من بناء شبكة أكثر ترابطاً بين من يملك القدرة ومن يملك الحاجة.</a:t>
            </a:r>
          </a:p>
        </p:txBody>
      </p:sp>
      <p:sp>
        <p:nvSpPr>
          <p:cNvPr id="1067" name="Google Shape;1067;p35"/>
          <p:cNvSpPr txBox="1">
            <a:spLocks noGrp="1"/>
          </p:cNvSpPr>
          <p:nvPr>
            <p:ph type="subTitle" idx="5"/>
          </p:nvPr>
        </p:nvSpPr>
        <p:spPr>
          <a:xfrm>
            <a:off x="4756955" y="3522722"/>
            <a:ext cx="2967000" cy="1027800"/>
          </a:xfrm>
          <a:prstGeom prst="rect">
            <a:avLst/>
          </a:prstGeom>
        </p:spPr>
        <p:txBody>
          <a:bodyPr spcFirstLastPara="1" wrap="square" lIns="91425" tIns="91425" rIns="91425" bIns="91425" anchor="t" anchorCtr="0">
            <a:noAutofit/>
          </a:bodyPr>
          <a:lstStyle/>
          <a:p>
            <a:r>
              <a:rPr lang="ar-PS" sz="1600" dirty="0"/>
              <a:t>من الانتقال من مجرد فكرة أو احتياج إلى مشروع قابل للتنفيذ والنمو.</a:t>
            </a:r>
          </a:p>
        </p:txBody>
      </p:sp>
      <p:sp>
        <p:nvSpPr>
          <p:cNvPr id="1068" name="Google Shape;1068;p35"/>
          <p:cNvSpPr txBox="1">
            <a:spLocks noGrp="1"/>
          </p:cNvSpPr>
          <p:nvPr>
            <p:ph type="title"/>
          </p:nvPr>
        </p:nvSpPr>
        <p:spPr>
          <a:xfrm>
            <a:off x="720000" y="465093"/>
            <a:ext cx="7704000" cy="572700"/>
          </a:xfrm>
          <a:prstGeom prst="rect">
            <a:avLst/>
          </a:prstGeom>
        </p:spPr>
        <p:txBody>
          <a:bodyPr spcFirstLastPara="1" wrap="square" lIns="91425" tIns="91425" rIns="91425" bIns="91425" anchor="t" anchorCtr="0">
            <a:noAutofit/>
          </a:bodyPr>
          <a:lstStyle/>
          <a:p>
            <a:r>
              <a:rPr lang="ar-PS" b="1" dirty="0"/>
              <a:t>رؤيتنا</a:t>
            </a:r>
          </a:p>
        </p:txBody>
      </p:sp>
      <p:sp>
        <p:nvSpPr>
          <p:cNvPr id="1069" name="Google Shape;1069;p35"/>
          <p:cNvSpPr txBox="1">
            <a:spLocks noGrp="1"/>
          </p:cNvSpPr>
          <p:nvPr>
            <p:ph type="subTitle" idx="1"/>
          </p:nvPr>
        </p:nvSpPr>
        <p:spPr>
          <a:xfrm>
            <a:off x="1364627" y="1919995"/>
            <a:ext cx="2967000" cy="457200"/>
          </a:xfrm>
          <a:prstGeom prst="rect">
            <a:avLst/>
          </a:prstGeom>
        </p:spPr>
        <p:txBody>
          <a:bodyPr spcFirstLastPara="1" wrap="square" lIns="91425" tIns="91425" rIns="91425" bIns="91425" anchor="b" anchorCtr="0">
            <a:noAutofit/>
          </a:bodyPr>
          <a:lstStyle/>
          <a:p>
            <a:r>
              <a:rPr lang="ar-PS" b="1" dirty="0">
                <a:cs typeface="+mn-cs"/>
              </a:rPr>
              <a:t>تمكين الأفراد</a:t>
            </a:r>
            <a:endParaRPr lang="ar-PS" dirty="0">
              <a:cs typeface="+mn-cs"/>
            </a:endParaRPr>
          </a:p>
        </p:txBody>
      </p:sp>
      <p:sp>
        <p:nvSpPr>
          <p:cNvPr id="1070" name="Google Shape;1070;p35"/>
          <p:cNvSpPr txBox="1">
            <a:spLocks noGrp="1"/>
          </p:cNvSpPr>
          <p:nvPr>
            <p:ph type="subTitle" idx="6"/>
          </p:nvPr>
        </p:nvSpPr>
        <p:spPr>
          <a:xfrm>
            <a:off x="1364627" y="3211120"/>
            <a:ext cx="2967000" cy="457200"/>
          </a:xfrm>
          <a:prstGeom prst="rect">
            <a:avLst/>
          </a:prstGeom>
        </p:spPr>
        <p:txBody>
          <a:bodyPr spcFirstLastPara="1" wrap="square" lIns="91425" tIns="91425" rIns="91425" bIns="91425" anchor="b" anchorCtr="0">
            <a:noAutofit/>
          </a:bodyPr>
          <a:lstStyle/>
          <a:p>
            <a:r>
              <a:rPr lang="ar-PS" b="1" dirty="0">
                <a:cs typeface="+mn-cs"/>
              </a:rPr>
              <a:t>تمكين المجتمع</a:t>
            </a:r>
            <a:endParaRPr lang="ar-PS" dirty="0">
              <a:cs typeface="+mn-cs"/>
            </a:endParaRPr>
          </a:p>
        </p:txBody>
      </p:sp>
      <p:sp>
        <p:nvSpPr>
          <p:cNvPr id="1071" name="Google Shape;1071;p35"/>
          <p:cNvSpPr txBox="1">
            <a:spLocks noGrp="1"/>
          </p:cNvSpPr>
          <p:nvPr>
            <p:ph type="subTitle" idx="7"/>
          </p:nvPr>
        </p:nvSpPr>
        <p:spPr>
          <a:xfrm>
            <a:off x="4756952" y="1919995"/>
            <a:ext cx="2967000" cy="457200"/>
          </a:xfrm>
          <a:prstGeom prst="rect">
            <a:avLst/>
          </a:prstGeom>
        </p:spPr>
        <p:txBody>
          <a:bodyPr spcFirstLastPara="1" wrap="square" lIns="91425" tIns="91425" rIns="91425" bIns="91425" anchor="b" anchorCtr="0">
            <a:noAutofit/>
          </a:bodyPr>
          <a:lstStyle/>
          <a:p>
            <a:r>
              <a:rPr lang="ar-PS" b="1" dirty="0">
                <a:cs typeface="+mn-cs"/>
              </a:rPr>
              <a:t>تمكين المؤسسات</a:t>
            </a:r>
            <a:endParaRPr lang="ar-PS" dirty="0">
              <a:cs typeface="+mn-cs"/>
            </a:endParaRPr>
          </a:p>
        </p:txBody>
      </p:sp>
      <p:sp>
        <p:nvSpPr>
          <p:cNvPr id="1072" name="Google Shape;1072;p35"/>
          <p:cNvSpPr txBox="1">
            <a:spLocks noGrp="1"/>
          </p:cNvSpPr>
          <p:nvPr>
            <p:ph type="subTitle" idx="8"/>
          </p:nvPr>
        </p:nvSpPr>
        <p:spPr>
          <a:xfrm>
            <a:off x="4756952" y="3211120"/>
            <a:ext cx="2967000" cy="457200"/>
          </a:xfrm>
          <a:prstGeom prst="rect">
            <a:avLst/>
          </a:prstGeom>
        </p:spPr>
        <p:txBody>
          <a:bodyPr spcFirstLastPara="1" wrap="square" lIns="91425" tIns="91425" rIns="91425" bIns="91425" anchor="b" anchorCtr="0">
            <a:noAutofit/>
          </a:bodyPr>
          <a:lstStyle/>
          <a:p>
            <a:r>
              <a:rPr lang="ar-PS" b="1" dirty="0">
                <a:cs typeface="+mn-cs"/>
              </a:rPr>
              <a:t>تمكين المشاريع</a:t>
            </a:r>
            <a:endParaRPr lang="ar-PS" dirty="0">
              <a:cs typeface="+mn-cs"/>
            </a:endParaRPr>
          </a:p>
        </p:txBody>
      </p:sp>
      <p:sp>
        <p:nvSpPr>
          <p:cNvPr id="2" name="TextBox 1">
            <a:extLst>
              <a:ext uri="{FF2B5EF4-FFF2-40B4-BE49-F238E27FC236}">
                <a16:creationId xmlns:a16="http://schemas.microsoft.com/office/drawing/2014/main" id="{12B6267E-989C-2B65-E7DB-17723C8D7395}"/>
              </a:ext>
            </a:extLst>
          </p:cNvPr>
          <p:cNvSpPr txBox="1"/>
          <p:nvPr/>
        </p:nvSpPr>
        <p:spPr>
          <a:xfrm>
            <a:off x="2708563" y="1170349"/>
            <a:ext cx="3726873" cy="954107"/>
          </a:xfrm>
          <a:prstGeom prst="rect">
            <a:avLst/>
          </a:prstGeom>
          <a:noFill/>
        </p:spPr>
        <p:txBody>
          <a:bodyPr wrap="square" rtlCol="1">
            <a:spAutoFit/>
          </a:bodyPr>
          <a:lstStyle/>
          <a:p>
            <a:pPr algn="ctr"/>
            <a:r>
              <a:rPr lang="ar-PS" b="1" dirty="0"/>
              <a:t>أن تصبح تمكين المنصة التي تربط الموارد بالفرص، والفرص بالأثر.</a:t>
            </a:r>
          </a:p>
          <a:p>
            <a:pPr algn="ctr"/>
            <a:r>
              <a:rPr lang="ar-PS" dirty="0"/>
              <a:t>نطمح إلى بناء منظومة رقمية تساعد على</a:t>
            </a:r>
          </a:p>
          <a:p>
            <a:pPr algn="ctr"/>
            <a:endParaRPr lang="ar-P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5"/>
        <p:cNvGrpSpPr/>
        <p:nvPr/>
      </p:nvGrpSpPr>
      <p:grpSpPr>
        <a:xfrm>
          <a:off x="0" y="0"/>
          <a:ext cx="0" cy="0"/>
          <a:chOff x="0" y="0"/>
          <a:chExt cx="0" cy="0"/>
        </a:xfrm>
      </p:grpSpPr>
      <p:sp>
        <p:nvSpPr>
          <p:cNvPr id="1586" name="Google Shape;1586;p48"/>
          <p:cNvSpPr txBox="1">
            <a:spLocks noGrp="1"/>
          </p:cNvSpPr>
          <p:nvPr>
            <p:ph type="title"/>
          </p:nvPr>
        </p:nvSpPr>
        <p:spPr>
          <a:xfrm>
            <a:off x="3250161" y="655099"/>
            <a:ext cx="1967782" cy="572700"/>
          </a:xfrm>
          <a:prstGeom prst="rect">
            <a:avLst/>
          </a:prstGeom>
        </p:spPr>
        <p:txBody>
          <a:bodyPr spcFirstLastPara="1" wrap="square" lIns="91425" tIns="91425" rIns="91425" bIns="91425" anchor="t" anchorCtr="0">
            <a:noAutofit/>
          </a:bodyPr>
          <a:lstStyle/>
          <a:p>
            <a:pPr lvl="0"/>
            <a:r>
              <a:rPr lang="ar-PS" sz="3600" dirty="0">
                <a:cs typeface="+mn-cs"/>
              </a:rPr>
              <a:t>شكراً لوقتكم</a:t>
            </a:r>
            <a:endParaRPr sz="3600" dirty="0">
              <a:cs typeface="+mn-cs"/>
            </a:endParaRPr>
          </a:p>
        </p:txBody>
      </p:sp>
      <p:sp>
        <p:nvSpPr>
          <p:cNvPr id="1587" name="Google Shape;1587;p48"/>
          <p:cNvSpPr txBox="1"/>
          <p:nvPr/>
        </p:nvSpPr>
        <p:spPr>
          <a:xfrm>
            <a:off x="1572049" y="1306358"/>
            <a:ext cx="5445273" cy="657310"/>
          </a:xfrm>
          <a:prstGeom prst="rect">
            <a:avLst/>
          </a:prstGeom>
          <a:noFill/>
          <a:ln>
            <a:noFill/>
          </a:ln>
        </p:spPr>
        <p:txBody>
          <a:bodyPr spcFirstLastPara="1" wrap="square" lIns="91425" tIns="91425" rIns="91425" bIns="91425" anchor="t" anchorCtr="0">
            <a:noAutofit/>
          </a:bodyPr>
          <a:lstStyle/>
          <a:p>
            <a:pPr lvl="0" algn="ctr"/>
            <a:r>
              <a:rPr lang="ar-PS" sz="2800" dirty="0"/>
              <a:t>نربط الاحتياج بالموارد، ونحوّل الدعم إلى أثر</a:t>
            </a:r>
            <a:endParaRPr sz="2800" dirty="0">
              <a:solidFill>
                <a:schemeClr val="dk1"/>
              </a:solidFill>
              <a:latin typeface="Roboto"/>
              <a:ea typeface="Roboto"/>
              <a:cs typeface="Roboto"/>
              <a:sym typeface="Roboto"/>
            </a:endParaRPr>
          </a:p>
        </p:txBody>
      </p:sp>
      <p:grpSp>
        <p:nvGrpSpPr>
          <p:cNvPr id="1588" name="Google Shape;1588;p48"/>
          <p:cNvGrpSpPr/>
          <p:nvPr/>
        </p:nvGrpSpPr>
        <p:grpSpPr>
          <a:xfrm>
            <a:off x="2577814" y="2295110"/>
            <a:ext cx="1815369" cy="2237190"/>
            <a:chOff x="1472900" y="743475"/>
            <a:chExt cx="1523600" cy="1877625"/>
          </a:xfrm>
        </p:grpSpPr>
        <p:sp>
          <p:nvSpPr>
            <p:cNvPr id="1589" name="Google Shape;1589;p48"/>
            <p:cNvSpPr/>
            <p:nvPr/>
          </p:nvSpPr>
          <p:spPr>
            <a:xfrm>
              <a:off x="2230100" y="2491400"/>
              <a:ext cx="172650" cy="105500"/>
            </a:xfrm>
            <a:custGeom>
              <a:avLst/>
              <a:gdLst/>
              <a:ahLst/>
              <a:cxnLst/>
              <a:rect l="l" t="t" r="r" b="b"/>
              <a:pathLst>
                <a:path w="6906" h="4220" extrusionOk="0">
                  <a:moveTo>
                    <a:pt x="2269" y="0"/>
                  </a:moveTo>
                  <a:lnTo>
                    <a:pt x="567" y="200"/>
                  </a:lnTo>
                  <a:cubicBezTo>
                    <a:pt x="934" y="701"/>
                    <a:pt x="0" y="3069"/>
                    <a:pt x="567" y="3369"/>
                  </a:cubicBezTo>
                  <a:cubicBezTo>
                    <a:pt x="1135" y="3636"/>
                    <a:pt x="1602" y="3469"/>
                    <a:pt x="2302" y="3870"/>
                  </a:cubicBezTo>
                  <a:cubicBezTo>
                    <a:pt x="2676" y="4113"/>
                    <a:pt x="3982" y="4219"/>
                    <a:pt x="5082" y="4219"/>
                  </a:cubicBezTo>
                  <a:cubicBezTo>
                    <a:pt x="5944" y="4219"/>
                    <a:pt x="6680" y="4154"/>
                    <a:pt x="6739" y="4036"/>
                  </a:cubicBezTo>
                  <a:cubicBezTo>
                    <a:pt x="6905" y="3770"/>
                    <a:pt x="3103" y="1768"/>
                    <a:pt x="3103" y="1768"/>
                  </a:cubicBezTo>
                  <a:lnTo>
                    <a:pt x="22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8"/>
            <p:cNvSpPr/>
            <p:nvPr/>
          </p:nvSpPr>
          <p:spPr>
            <a:xfrm>
              <a:off x="1662200" y="2487225"/>
              <a:ext cx="157625" cy="133875"/>
            </a:xfrm>
            <a:custGeom>
              <a:avLst/>
              <a:gdLst/>
              <a:ahLst/>
              <a:cxnLst/>
              <a:rect l="l" t="t" r="r" b="b"/>
              <a:pathLst>
                <a:path w="6305" h="5355" extrusionOk="0">
                  <a:moveTo>
                    <a:pt x="4403" y="0"/>
                  </a:moveTo>
                  <a:lnTo>
                    <a:pt x="4136" y="768"/>
                  </a:lnTo>
                  <a:lnTo>
                    <a:pt x="3269" y="2135"/>
                  </a:lnTo>
                  <a:lnTo>
                    <a:pt x="0" y="5171"/>
                  </a:lnTo>
                  <a:cubicBezTo>
                    <a:pt x="229" y="5301"/>
                    <a:pt x="488" y="5355"/>
                    <a:pt x="761" y="5355"/>
                  </a:cubicBezTo>
                  <a:cubicBezTo>
                    <a:pt x="1961" y="5355"/>
                    <a:pt x="3441" y="4308"/>
                    <a:pt x="3903" y="4037"/>
                  </a:cubicBezTo>
                  <a:cubicBezTo>
                    <a:pt x="4470" y="3670"/>
                    <a:pt x="5104" y="3603"/>
                    <a:pt x="5471" y="3570"/>
                  </a:cubicBezTo>
                  <a:cubicBezTo>
                    <a:pt x="5838" y="3570"/>
                    <a:pt x="6271" y="3203"/>
                    <a:pt x="6305" y="2702"/>
                  </a:cubicBezTo>
                  <a:cubicBezTo>
                    <a:pt x="6305" y="2169"/>
                    <a:pt x="6305" y="0"/>
                    <a:pt x="63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8"/>
            <p:cNvSpPr/>
            <p:nvPr/>
          </p:nvSpPr>
          <p:spPr>
            <a:xfrm>
              <a:off x="1744750" y="1428125"/>
              <a:ext cx="595450" cy="1078400"/>
            </a:xfrm>
            <a:custGeom>
              <a:avLst/>
              <a:gdLst/>
              <a:ahLst/>
              <a:cxnLst/>
              <a:rect l="l" t="t" r="r" b="b"/>
              <a:pathLst>
                <a:path w="23818" h="43136" extrusionOk="0">
                  <a:moveTo>
                    <a:pt x="21616" y="1"/>
                  </a:moveTo>
                  <a:lnTo>
                    <a:pt x="9374" y="935"/>
                  </a:lnTo>
                  <a:cubicBezTo>
                    <a:pt x="9374" y="935"/>
                    <a:pt x="9641" y="3837"/>
                    <a:pt x="8874" y="5805"/>
                  </a:cubicBezTo>
                  <a:cubicBezTo>
                    <a:pt x="8140" y="7806"/>
                    <a:pt x="5671" y="19948"/>
                    <a:pt x="4370" y="24185"/>
                  </a:cubicBezTo>
                  <a:cubicBezTo>
                    <a:pt x="3036" y="28421"/>
                    <a:pt x="1" y="42798"/>
                    <a:pt x="1" y="42798"/>
                  </a:cubicBezTo>
                  <a:cubicBezTo>
                    <a:pt x="1" y="42798"/>
                    <a:pt x="3169" y="43098"/>
                    <a:pt x="3803" y="43132"/>
                  </a:cubicBezTo>
                  <a:cubicBezTo>
                    <a:pt x="3804" y="43132"/>
                    <a:pt x="3805" y="43132"/>
                    <a:pt x="3806" y="43132"/>
                  </a:cubicBezTo>
                  <a:cubicBezTo>
                    <a:pt x="4450" y="43132"/>
                    <a:pt x="8742" y="32251"/>
                    <a:pt x="9941" y="28221"/>
                  </a:cubicBezTo>
                  <a:cubicBezTo>
                    <a:pt x="11108" y="24185"/>
                    <a:pt x="15145" y="13410"/>
                    <a:pt x="15145" y="13410"/>
                  </a:cubicBezTo>
                  <a:lnTo>
                    <a:pt x="17446" y="26420"/>
                  </a:lnTo>
                  <a:cubicBezTo>
                    <a:pt x="17713" y="30089"/>
                    <a:pt x="18414" y="41897"/>
                    <a:pt x="19314" y="42665"/>
                  </a:cubicBezTo>
                  <a:cubicBezTo>
                    <a:pt x="19755" y="43040"/>
                    <a:pt x="20563" y="43136"/>
                    <a:pt x="21274" y="43136"/>
                  </a:cubicBezTo>
                  <a:cubicBezTo>
                    <a:pt x="22015" y="43136"/>
                    <a:pt x="22650" y="43032"/>
                    <a:pt x="22650" y="43032"/>
                  </a:cubicBezTo>
                  <a:cubicBezTo>
                    <a:pt x="23818" y="27821"/>
                    <a:pt x="21616" y="1"/>
                    <a:pt x="2161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8"/>
            <p:cNvSpPr/>
            <p:nvPr/>
          </p:nvSpPr>
          <p:spPr>
            <a:xfrm>
              <a:off x="2149200" y="1451475"/>
              <a:ext cx="7525" cy="194325"/>
            </a:xfrm>
            <a:custGeom>
              <a:avLst/>
              <a:gdLst/>
              <a:ahLst/>
              <a:cxnLst/>
              <a:rect l="l" t="t" r="r" b="b"/>
              <a:pathLst>
                <a:path w="301" h="7773" fill="none" extrusionOk="0">
                  <a:moveTo>
                    <a:pt x="1" y="1"/>
                  </a:moveTo>
                  <a:cubicBezTo>
                    <a:pt x="1" y="1"/>
                    <a:pt x="301" y="5972"/>
                    <a:pt x="168" y="7773"/>
                  </a:cubicBezTo>
                </a:path>
              </a:pathLst>
            </a:custGeom>
            <a:noFill/>
            <a:ln w="58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8"/>
            <p:cNvSpPr/>
            <p:nvPr/>
          </p:nvSpPr>
          <p:spPr>
            <a:xfrm>
              <a:off x="2154200" y="1457325"/>
              <a:ext cx="37550" cy="121775"/>
            </a:xfrm>
            <a:custGeom>
              <a:avLst/>
              <a:gdLst/>
              <a:ahLst/>
              <a:cxnLst/>
              <a:rect l="l" t="t" r="r" b="b"/>
              <a:pathLst>
                <a:path w="1502" h="4871" fill="none" extrusionOk="0">
                  <a:moveTo>
                    <a:pt x="1135" y="0"/>
                  </a:moveTo>
                  <a:cubicBezTo>
                    <a:pt x="1135" y="0"/>
                    <a:pt x="1502" y="2335"/>
                    <a:pt x="1135" y="3403"/>
                  </a:cubicBezTo>
                  <a:cubicBezTo>
                    <a:pt x="768" y="4470"/>
                    <a:pt x="1" y="4870"/>
                    <a:pt x="1" y="4870"/>
                  </a:cubicBezTo>
                </a:path>
              </a:pathLst>
            </a:custGeom>
            <a:noFill/>
            <a:ln w="58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8"/>
            <p:cNvSpPr/>
            <p:nvPr/>
          </p:nvSpPr>
          <p:spPr>
            <a:xfrm>
              <a:off x="2239275" y="1451475"/>
              <a:ext cx="53400" cy="85925"/>
            </a:xfrm>
            <a:custGeom>
              <a:avLst/>
              <a:gdLst/>
              <a:ahLst/>
              <a:cxnLst/>
              <a:rect l="l" t="t" r="r" b="b"/>
              <a:pathLst>
                <a:path w="2136" h="3437" fill="none" extrusionOk="0">
                  <a:moveTo>
                    <a:pt x="67" y="1"/>
                  </a:moveTo>
                  <a:cubicBezTo>
                    <a:pt x="67" y="1"/>
                    <a:pt x="0" y="2903"/>
                    <a:pt x="2135" y="3437"/>
                  </a:cubicBezTo>
                </a:path>
              </a:pathLst>
            </a:custGeom>
            <a:noFill/>
            <a:ln w="58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8"/>
            <p:cNvSpPr/>
            <p:nvPr/>
          </p:nvSpPr>
          <p:spPr>
            <a:xfrm>
              <a:off x="1969900" y="1474000"/>
              <a:ext cx="52575" cy="90925"/>
            </a:xfrm>
            <a:custGeom>
              <a:avLst/>
              <a:gdLst/>
              <a:ahLst/>
              <a:cxnLst/>
              <a:rect l="l" t="t" r="r" b="b"/>
              <a:pathLst>
                <a:path w="2103" h="3637" fill="none" extrusionOk="0">
                  <a:moveTo>
                    <a:pt x="2102" y="0"/>
                  </a:moveTo>
                  <a:cubicBezTo>
                    <a:pt x="2102" y="0"/>
                    <a:pt x="1969" y="3303"/>
                    <a:pt x="1" y="3636"/>
                  </a:cubicBezTo>
                </a:path>
              </a:pathLst>
            </a:custGeom>
            <a:noFill/>
            <a:ln w="58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8"/>
            <p:cNvSpPr/>
            <p:nvPr/>
          </p:nvSpPr>
          <p:spPr>
            <a:xfrm>
              <a:off x="1801450" y="1596575"/>
              <a:ext cx="184325" cy="702200"/>
            </a:xfrm>
            <a:custGeom>
              <a:avLst/>
              <a:gdLst/>
              <a:ahLst/>
              <a:cxnLst/>
              <a:rect l="l" t="t" r="r" b="b"/>
              <a:pathLst>
                <a:path w="7373" h="28088" fill="none" extrusionOk="0">
                  <a:moveTo>
                    <a:pt x="7306" y="1"/>
                  </a:moveTo>
                  <a:cubicBezTo>
                    <a:pt x="7306" y="1"/>
                    <a:pt x="7373" y="2503"/>
                    <a:pt x="6639" y="4738"/>
                  </a:cubicBezTo>
                  <a:cubicBezTo>
                    <a:pt x="5905" y="6973"/>
                    <a:pt x="2569" y="19315"/>
                    <a:pt x="1902" y="21283"/>
                  </a:cubicBezTo>
                  <a:cubicBezTo>
                    <a:pt x="1202" y="23218"/>
                    <a:pt x="1" y="28088"/>
                    <a:pt x="1" y="28088"/>
                  </a:cubicBezTo>
                </a:path>
              </a:pathLst>
            </a:custGeom>
            <a:noFill/>
            <a:ln w="585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8"/>
            <p:cNvSpPr/>
            <p:nvPr/>
          </p:nvSpPr>
          <p:spPr>
            <a:xfrm>
              <a:off x="2899750" y="874400"/>
              <a:ext cx="96750" cy="75925"/>
            </a:xfrm>
            <a:custGeom>
              <a:avLst/>
              <a:gdLst/>
              <a:ahLst/>
              <a:cxnLst/>
              <a:rect l="l" t="t" r="r" b="b"/>
              <a:pathLst>
                <a:path w="3870" h="3037" extrusionOk="0">
                  <a:moveTo>
                    <a:pt x="3503" y="1"/>
                  </a:moveTo>
                  <a:lnTo>
                    <a:pt x="0" y="2536"/>
                  </a:lnTo>
                  <a:lnTo>
                    <a:pt x="367" y="3036"/>
                  </a:lnTo>
                  <a:lnTo>
                    <a:pt x="3870" y="534"/>
                  </a:lnTo>
                  <a:lnTo>
                    <a:pt x="35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8"/>
            <p:cNvSpPr/>
            <p:nvPr/>
          </p:nvSpPr>
          <p:spPr>
            <a:xfrm>
              <a:off x="2797175" y="902750"/>
              <a:ext cx="158475" cy="118450"/>
            </a:xfrm>
            <a:custGeom>
              <a:avLst/>
              <a:gdLst/>
              <a:ahLst/>
              <a:cxnLst/>
              <a:rect l="l" t="t" r="r" b="b"/>
              <a:pathLst>
                <a:path w="6339" h="4738" extrusionOk="0">
                  <a:moveTo>
                    <a:pt x="4904" y="1"/>
                  </a:moveTo>
                  <a:cubicBezTo>
                    <a:pt x="4704" y="1"/>
                    <a:pt x="4503" y="67"/>
                    <a:pt x="4337" y="167"/>
                  </a:cubicBezTo>
                  <a:cubicBezTo>
                    <a:pt x="3903" y="401"/>
                    <a:pt x="3136" y="868"/>
                    <a:pt x="2702" y="1368"/>
                  </a:cubicBezTo>
                  <a:cubicBezTo>
                    <a:pt x="2068" y="2035"/>
                    <a:pt x="0" y="2869"/>
                    <a:pt x="0" y="2869"/>
                  </a:cubicBezTo>
                  <a:lnTo>
                    <a:pt x="501" y="4737"/>
                  </a:lnTo>
                  <a:cubicBezTo>
                    <a:pt x="1535" y="3737"/>
                    <a:pt x="3469" y="3103"/>
                    <a:pt x="4370" y="2869"/>
                  </a:cubicBezTo>
                  <a:cubicBezTo>
                    <a:pt x="5237" y="2636"/>
                    <a:pt x="6338" y="568"/>
                    <a:pt x="6338" y="568"/>
                  </a:cubicBezTo>
                  <a:lnTo>
                    <a:pt x="6338" y="568"/>
                  </a:lnTo>
                  <a:lnTo>
                    <a:pt x="4637" y="1635"/>
                  </a:lnTo>
                  <a:lnTo>
                    <a:pt x="4403" y="1168"/>
                  </a:lnTo>
                  <a:lnTo>
                    <a:pt x="6105" y="1"/>
                  </a:lnTo>
                  <a:close/>
                </a:path>
              </a:pathLst>
            </a:custGeom>
            <a:solidFill>
              <a:srgbClr val="C38A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8"/>
            <p:cNvSpPr/>
            <p:nvPr/>
          </p:nvSpPr>
          <p:spPr>
            <a:xfrm>
              <a:off x="1990750" y="798525"/>
              <a:ext cx="142625" cy="221550"/>
            </a:xfrm>
            <a:custGeom>
              <a:avLst/>
              <a:gdLst/>
              <a:ahLst/>
              <a:cxnLst/>
              <a:rect l="l" t="t" r="r" b="b"/>
              <a:pathLst>
                <a:path w="5705" h="8862" extrusionOk="0">
                  <a:moveTo>
                    <a:pt x="4537" y="0"/>
                  </a:moveTo>
                  <a:cubicBezTo>
                    <a:pt x="4537" y="0"/>
                    <a:pt x="735" y="534"/>
                    <a:pt x="368" y="1468"/>
                  </a:cubicBezTo>
                  <a:cubicBezTo>
                    <a:pt x="1" y="2435"/>
                    <a:pt x="1535" y="4336"/>
                    <a:pt x="1535" y="4336"/>
                  </a:cubicBezTo>
                  <a:lnTo>
                    <a:pt x="2202" y="8640"/>
                  </a:lnTo>
                  <a:cubicBezTo>
                    <a:pt x="2721" y="8799"/>
                    <a:pt x="3175" y="8862"/>
                    <a:pt x="3569" y="8862"/>
                  </a:cubicBezTo>
                  <a:cubicBezTo>
                    <a:pt x="5076" y="8862"/>
                    <a:pt x="5705" y="7939"/>
                    <a:pt x="5705" y="7939"/>
                  </a:cubicBezTo>
                  <a:lnTo>
                    <a:pt x="4838" y="4503"/>
                  </a:lnTo>
                  <a:cubicBezTo>
                    <a:pt x="5605" y="4303"/>
                    <a:pt x="5672" y="3169"/>
                    <a:pt x="5171" y="2235"/>
                  </a:cubicBezTo>
                  <a:cubicBezTo>
                    <a:pt x="4671" y="1301"/>
                    <a:pt x="4537" y="0"/>
                    <a:pt x="4537" y="0"/>
                  </a:cubicBezTo>
                  <a:close/>
                </a:path>
              </a:pathLst>
            </a:custGeom>
            <a:solidFill>
              <a:srgbClr val="C38A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8"/>
            <p:cNvSpPr/>
            <p:nvPr/>
          </p:nvSpPr>
          <p:spPr>
            <a:xfrm>
              <a:off x="1591300" y="961700"/>
              <a:ext cx="1244250" cy="677450"/>
            </a:xfrm>
            <a:custGeom>
              <a:avLst/>
              <a:gdLst/>
              <a:ahLst/>
              <a:cxnLst/>
              <a:rect l="l" t="t" r="r" b="b"/>
              <a:pathLst>
                <a:path w="49770" h="27098" extrusionOk="0">
                  <a:moveTo>
                    <a:pt x="21662" y="0"/>
                  </a:moveTo>
                  <a:cubicBezTo>
                    <a:pt x="21523" y="0"/>
                    <a:pt x="21416" y="11"/>
                    <a:pt x="21416" y="11"/>
                  </a:cubicBezTo>
                  <a:lnTo>
                    <a:pt x="21416" y="378"/>
                  </a:lnTo>
                  <a:cubicBezTo>
                    <a:pt x="21416" y="378"/>
                    <a:pt x="20749" y="912"/>
                    <a:pt x="20482" y="1145"/>
                  </a:cubicBezTo>
                  <a:cubicBezTo>
                    <a:pt x="20182" y="1345"/>
                    <a:pt x="20315" y="1979"/>
                    <a:pt x="20315" y="1979"/>
                  </a:cubicBezTo>
                  <a:lnTo>
                    <a:pt x="19515" y="1279"/>
                  </a:lnTo>
                  <a:cubicBezTo>
                    <a:pt x="18848" y="1212"/>
                    <a:pt x="18014" y="912"/>
                    <a:pt x="18014" y="912"/>
                  </a:cubicBezTo>
                  <a:cubicBezTo>
                    <a:pt x="17979" y="904"/>
                    <a:pt x="17948" y="901"/>
                    <a:pt x="17919" y="901"/>
                  </a:cubicBezTo>
                  <a:cubicBezTo>
                    <a:pt x="17551" y="901"/>
                    <a:pt x="17580" y="1445"/>
                    <a:pt x="17580" y="1445"/>
                  </a:cubicBezTo>
                  <a:cubicBezTo>
                    <a:pt x="17580" y="1445"/>
                    <a:pt x="15345" y="2146"/>
                    <a:pt x="13277" y="2913"/>
                  </a:cubicBezTo>
                  <a:cubicBezTo>
                    <a:pt x="11242" y="3680"/>
                    <a:pt x="9441" y="6683"/>
                    <a:pt x="8874" y="8450"/>
                  </a:cubicBezTo>
                  <a:cubicBezTo>
                    <a:pt x="8307" y="10218"/>
                    <a:pt x="6739" y="17257"/>
                    <a:pt x="6739" y="17257"/>
                  </a:cubicBezTo>
                  <a:cubicBezTo>
                    <a:pt x="6734" y="17256"/>
                    <a:pt x="6730" y="17256"/>
                    <a:pt x="6725" y="17256"/>
                  </a:cubicBezTo>
                  <a:cubicBezTo>
                    <a:pt x="6141" y="17256"/>
                    <a:pt x="6301" y="19361"/>
                    <a:pt x="5705" y="19759"/>
                  </a:cubicBezTo>
                  <a:cubicBezTo>
                    <a:pt x="5104" y="20192"/>
                    <a:pt x="1" y="24162"/>
                    <a:pt x="1" y="24162"/>
                  </a:cubicBezTo>
                  <a:lnTo>
                    <a:pt x="768" y="27097"/>
                  </a:lnTo>
                  <a:cubicBezTo>
                    <a:pt x="768" y="27097"/>
                    <a:pt x="10308" y="23261"/>
                    <a:pt x="11642" y="21793"/>
                  </a:cubicBezTo>
                  <a:cubicBezTo>
                    <a:pt x="13010" y="20326"/>
                    <a:pt x="14044" y="15122"/>
                    <a:pt x="14044" y="15122"/>
                  </a:cubicBezTo>
                  <a:lnTo>
                    <a:pt x="14845" y="17924"/>
                  </a:lnTo>
                  <a:cubicBezTo>
                    <a:pt x="14845" y="17924"/>
                    <a:pt x="14611" y="20192"/>
                    <a:pt x="15012" y="20492"/>
                  </a:cubicBezTo>
                  <a:cubicBezTo>
                    <a:pt x="15210" y="20645"/>
                    <a:pt x="15812" y="20707"/>
                    <a:pt x="16607" y="20707"/>
                  </a:cubicBezTo>
                  <a:cubicBezTo>
                    <a:pt x="17554" y="20707"/>
                    <a:pt x="18774" y="20619"/>
                    <a:pt x="19915" y="20492"/>
                  </a:cubicBezTo>
                  <a:cubicBezTo>
                    <a:pt x="21847" y="20311"/>
                    <a:pt x="23971" y="19911"/>
                    <a:pt x="25494" y="19911"/>
                  </a:cubicBezTo>
                  <a:cubicBezTo>
                    <a:pt x="25654" y="19911"/>
                    <a:pt x="25807" y="19916"/>
                    <a:pt x="25953" y="19925"/>
                  </a:cubicBezTo>
                  <a:cubicBezTo>
                    <a:pt x="26032" y="19929"/>
                    <a:pt x="26110" y="19930"/>
                    <a:pt x="26185" y="19930"/>
                  </a:cubicBezTo>
                  <a:cubicBezTo>
                    <a:pt x="27587" y="19930"/>
                    <a:pt x="28198" y="19348"/>
                    <a:pt x="28388" y="18524"/>
                  </a:cubicBezTo>
                  <a:cubicBezTo>
                    <a:pt x="28621" y="17657"/>
                    <a:pt x="27621" y="16089"/>
                    <a:pt x="27854" y="14855"/>
                  </a:cubicBezTo>
                  <a:cubicBezTo>
                    <a:pt x="28054" y="13587"/>
                    <a:pt x="28755" y="8450"/>
                    <a:pt x="28755" y="8450"/>
                  </a:cubicBezTo>
                  <a:cubicBezTo>
                    <a:pt x="28755" y="8450"/>
                    <a:pt x="32859" y="9101"/>
                    <a:pt x="36231" y="9101"/>
                  </a:cubicBezTo>
                  <a:cubicBezTo>
                    <a:pt x="37180" y="9101"/>
                    <a:pt x="38070" y="9049"/>
                    <a:pt x="38795" y="8917"/>
                  </a:cubicBezTo>
                  <a:cubicBezTo>
                    <a:pt x="42064" y="8350"/>
                    <a:pt x="49770" y="3047"/>
                    <a:pt x="49770" y="3047"/>
                  </a:cubicBezTo>
                  <a:lnTo>
                    <a:pt x="48369" y="178"/>
                  </a:lnTo>
                  <a:lnTo>
                    <a:pt x="39062" y="3047"/>
                  </a:lnTo>
                  <a:cubicBezTo>
                    <a:pt x="39062" y="2902"/>
                    <a:pt x="38936" y="2854"/>
                    <a:pt x="38768" y="2854"/>
                  </a:cubicBezTo>
                  <a:cubicBezTo>
                    <a:pt x="38432" y="2854"/>
                    <a:pt x="37928" y="3047"/>
                    <a:pt x="37928" y="3047"/>
                  </a:cubicBezTo>
                  <a:cubicBezTo>
                    <a:pt x="37928" y="3047"/>
                    <a:pt x="32391" y="1712"/>
                    <a:pt x="28321" y="978"/>
                  </a:cubicBezTo>
                  <a:cubicBezTo>
                    <a:pt x="26189" y="594"/>
                    <a:pt x="24744" y="502"/>
                    <a:pt x="23851" y="502"/>
                  </a:cubicBezTo>
                  <a:cubicBezTo>
                    <a:pt x="23039" y="502"/>
                    <a:pt x="22684" y="578"/>
                    <a:pt x="22684" y="578"/>
                  </a:cubicBezTo>
                  <a:cubicBezTo>
                    <a:pt x="22684" y="578"/>
                    <a:pt x="22417" y="345"/>
                    <a:pt x="22250" y="144"/>
                  </a:cubicBezTo>
                  <a:cubicBezTo>
                    <a:pt x="22150" y="24"/>
                    <a:pt x="21870" y="0"/>
                    <a:pt x="216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8"/>
            <p:cNvSpPr/>
            <p:nvPr/>
          </p:nvSpPr>
          <p:spPr>
            <a:xfrm>
              <a:off x="2035800" y="1000325"/>
              <a:ext cx="41725" cy="31725"/>
            </a:xfrm>
            <a:custGeom>
              <a:avLst/>
              <a:gdLst/>
              <a:ahLst/>
              <a:cxnLst/>
              <a:rect l="l" t="t" r="r" b="b"/>
              <a:pathLst>
                <a:path w="1669" h="1269" fill="none" extrusionOk="0">
                  <a:moveTo>
                    <a:pt x="1668" y="0"/>
                  </a:moveTo>
                  <a:lnTo>
                    <a:pt x="1468" y="1268"/>
                  </a:lnTo>
                  <a:cubicBezTo>
                    <a:pt x="1468" y="1268"/>
                    <a:pt x="834" y="1068"/>
                    <a:pt x="0" y="134"/>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8"/>
            <p:cNvSpPr/>
            <p:nvPr/>
          </p:nvSpPr>
          <p:spPr>
            <a:xfrm>
              <a:off x="2105850" y="985325"/>
              <a:ext cx="50050" cy="37550"/>
            </a:xfrm>
            <a:custGeom>
              <a:avLst/>
              <a:gdLst/>
              <a:ahLst/>
              <a:cxnLst/>
              <a:rect l="l" t="t" r="r" b="b"/>
              <a:pathLst>
                <a:path w="2002" h="1502" fill="none" extrusionOk="0">
                  <a:moveTo>
                    <a:pt x="0" y="500"/>
                  </a:moveTo>
                  <a:lnTo>
                    <a:pt x="701" y="1501"/>
                  </a:lnTo>
                  <a:cubicBezTo>
                    <a:pt x="701" y="1501"/>
                    <a:pt x="1134" y="1301"/>
                    <a:pt x="1268" y="1001"/>
                  </a:cubicBezTo>
                  <a:cubicBezTo>
                    <a:pt x="1401" y="701"/>
                    <a:pt x="2002" y="0"/>
                    <a:pt x="2002" y="0"/>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8"/>
            <p:cNvSpPr/>
            <p:nvPr/>
          </p:nvSpPr>
          <p:spPr>
            <a:xfrm>
              <a:off x="2531975" y="1052025"/>
              <a:ext cx="36725" cy="44225"/>
            </a:xfrm>
            <a:custGeom>
              <a:avLst/>
              <a:gdLst/>
              <a:ahLst/>
              <a:cxnLst/>
              <a:rect l="l" t="t" r="r" b="b"/>
              <a:pathLst>
                <a:path w="1469" h="1769" fill="none" extrusionOk="0">
                  <a:moveTo>
                    <a:pt x="1268" y="1"/>
                  </a:moveTo>
                  <a:cubicBezTo>
                    <a:pt x="1268" y="1"/>
                    <a:pt x="1468" y="1302"/>
                    <a:pt x="1" y="1769"/>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8"/>
            <p:cNvSpPr/>
            <p:nvPr/>
          </p:nvSpPr>
          <p:spPr>
            <a:xfrm>
              <a:off x="2105850" y="1022850"/>
              <a:ext cx="55900" cy="442825"/>
            </a:xfrm>
            <a:custGeom>
              <a:avLst/>
              <a:gdLst/>
              <a:ahLst/>
              <a:cxnLst/>
              <a:rect l="l" t="t" r="r" b="b"/>
              <a:pathLst>
                <a:path w="2236" h="17713" fill="none" extrusionOk="0">
                  <a:moveTo>
                    <a:pt x="0" y="0"/>
                  </a:moveTo>
                  <a:cubicBezTo>
                    <a:pt x="0" y="0"/>
                    <a:pt x="134" y="1868"/>
                    <a:pt x="434" y="3102"/>
                  </a:cubicBezTo>
                  <a:cubicBezTo>
                    <a:pt x="734" y="4303"/>
                    <a:pt x="1701" y="8006"/>
                    <a:pt x="1668" y="9640"/>
                  </a:cubicBezTo>
                  <a:cubicBezTo>
                    <a:pt x="1635" y="11275"/>
                    <a:pt x="2235" y="17713"/>
                    <a:pt x="2235" y="17713"/>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8"/>
            <p:cNvSpPr/>
            <p:nvPr/>
          </p:nvSpPr>
          <p:spPr>
            <a:xfrm>
              <a:off x="1889850" y="1077050"/>
              <a:ext cx="69250" cy="115100"/>
            </a:xfrm>
            <a:custGeom>
              <a:avLst/>
              <a:gdLst/>
              <a:ahLst/>
              <a:cxnLst/>
              <a:rect l="l" t="t" r="r" b="b"/>
              <a:pathLst>
                <a:path w="2770" h="4604" fill="none" extrusionOk="0">
                  <a:moveTo>
                    <a:pt x="1" y="0"/>
                  </a:moveTo>
                  <a:cubicBezTo>
                    <a:pt x="1" y="0"/>
                    <a:pt x="2669" y="801"/>
                    <a:pt x="2769" y="4604"/>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8"/>
            <p:cNvSpPr/>
            <p:nvPr/>
          </p:nvSpPr>
          <p:spPr>
            <a:xfrm>
              <a:off x="1768100" y="1396450"/>
              <a:ext cx="52575" cy="24200"/>
            </a:xfrm>
            <a:custGeom>
              <a:avLst/>
              <a:gdLst/>
              <a:ahLst/>
              <a:cxnLst/>
              <a:rect l="l" t="t" r="r" b="b"/>
              <a:pathLst>
                <a:path w="2103" h="968" fill="none" extrusionOk="0">
                  <a:moveTo>
                    <a:pt x="1" y="0"/>
                  </a:moveTo>
                  <a:cubicBezTo>
                    <a:pt x="1" y="0"/>
                    <a:pt x="1335" y="968"/>
                    <a:pt x="2102" y="801"/>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8"/>
            <p:cNvSpPr/>
            <p:nvPr/>
          </p:nvSpPr>
          <p:spPr>
            <a:xfrm>
              <a:off x="1756425" y="1447300"/>
              <a:ext cx="45050" cy="4200"/>
            </a:xfrm>
            <a:custGeom>
              <a:avLst/>
              <a:gdLst/>
              <a:ahLst/>
              <a:cxnLst/>
              <a:rect l="l" t="t" r="r" b="b"/>
              <a:pathLst>
                <a:path w="1802" h="168" fill="none" extrusionOk="0">
                  <a:moveTo>
                    <a:pt x="1" y="168"/>
                  </a:moveTo>
                  <a:cubicBezTo>
                    <a:pt x="1" y="168"/>
                    <a:pt x="1301" y="1"/>
                    <a:pt x="1802" y="168"/>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8"/>
            <p:cNvSpPr/>
            <p:nvPr/>
          </p:nvSpPr>
          <p:spPr>
            <a:xfrm>
              <a:off x="1472900" y="1354750"/>
              <a:ext cx="333575" cy="344425"/>
            </a:xfrm>
            <a:custGeom>
              <a:avLst/>
              <a:gdLst/>
              <a:ahLst/>
              <a:cxnLst/>
              <a:rect l="l" t="t" r="r" b="b"/>
              <a:pathLst>
                <a:path w="13343" h="13777" extrusionOk="0">
                  <a:moveTo>
                    <a:pt x="8706" y="0"/>
                  </a:moveTo>
                  <a:lnTo>
                    <a:pt x="0" y="3269"/>
                  </a:lnTo>
                  <a:lnTo>
                    <a:pt x="4603" y="13777"/>
                  </a:lnTo>
                  <a:lnTo>
                    <a:pt x="13343" y="10541"/>
                  </a:lnTo>
                  <a:lnTo>
                    <a:pt x="870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8"/>
            <p:cNvSpPr/>
            <p:nvPr/>
          </p:nvSpPr>
          <p:spPr>
            <a:xfrm>
              <a:off x="1472900" y="1333900"/>
              <a:ext cx="300225" cy="365275"/>
            </a:xfrm>
            <a:custGeom>
              <a:avLst/>
              <a:gdLst/>
              <a:ahLst/>
              <a:cxnLst/>
              <a:rect l="l" t="t" r="r" b="b"/>
              <a:pathLst>
                <a:path w="12009" h="14611" extrusionOk="0">
                  <a:moveTo>
                    <a:pt x="7405" y="0"/>
                  </a:moveTo>
                  <a:lnTo>
                    <a:pt x="0" y="4103"/>
                  </a:lnTo>
                  <a:lnTo>
                    <a:pt x="4603" y="14611"/>
                  </a:lnTo>
                  <a:lnTo>
                    <a:pt x="12009" y="10508"/>
                  </a:lnTo>
                  <a:lnTo>
                    <a:pt x="74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8"/>
            <p:cNvSpPr/>
            <p:nvPr/>
          </p:nvSpPr>
          <p:spPr>
            <a:xfrm>
              <a:off x="1508650" y="1531525"/>
              <a:ext cx="42650" cy="83550"/>
            </a:xfrm>
            <a:custGeom>
              <a:avLst/>
              <a:gdLst/>
              <a:ahLst/>
              <a:cxnLst/>
              <a:rect l="l" t="t" r="r" b="b"/>
              <a:pathLst>
                <a:path w="1706" h="3342" extrusionOk="0">
                  <a:moveTo>
                    <a:pt x="759" y="0"/>
                  </a:moveTo>
                  <a:cubicBezTo>
                    <a:pt x="500" y="0"/>
                    <a:pt x="337" y="1005"/>
                    <a:pt x="305" y="1202"/>
                  </a:cubicBezTo>
                  <a:cubicBezTo>
                    <a:pt x="1" y="3116"/>
                    <a:pt x="1412" y="3342"/>
                    <a:pt x="1667" y="3342"/>
                  </a:cubicBezTo>
                  <a:cubicBezTo>
                    <a:pt x="1692" y="3342"/>
                    <a:pt x="1706" y="3340"/>
                    <a:pt x="1706" y="3337"/>
                  </a:cubicBezTo>
                  <a:lnTo>
                    <a:pt x="1372" y="2570"/>
                  </a:lnTo>
                  <a:lnTo>
                    <a:pt x="1272" y="1535"/>
                  </a:lnTo>
                  <a:cubicBezTo>
                    <a:pt x="1272" y="1535"/>
                    <a:pt x="1439" y="902"/>
                    <a:pt x="1272" y="768"/>
                  </a:cubicBezTo>
                  <a:cubicBezTo>
                    <a:pt x="1258" y="754"/>
                    <a:pt x="1241" y="748"/>
                    <a:pt x="1222" y="748"/>
                  </a:cubicBezTo>
                  <a:cubicBezTo>
                    <a:pt x="1059" y="748"/>
                    <a:pt x="738" y="1202"/>
                    <a:pt x="738" y="1202"/>
                  </a:cubicBezTo>
                  <a:cubicBezTo>
                    <a:pt x="738" y="1202"/>
                    <a:pt x="1072" y="34"/>
                    <a:pt x="772" y="1"/>
                  </a:cubicBezTo>
                  <a:cubicBezTo>
                    <a:pt x="767" y="1"/>
                    <a:pt x="763" y="0"/>
                    <a:pt x="759" y="0"/>
                  </a:cubicBezTo>
                  <a:close/>
                </a:path>
              </a:pathLst>
            </a:custGeom>
            <a:solidFill>
              <a:srgbClr val="C38A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8"/>
            <p:cNvSpPr/>
            <p:nvPr/>
          </p:nvSpPr>
          <p:spPr>
            <a:xfrm>
              <a:off x="2179225" y="1121250"/>
              <a:ext cx="111775" cy="75900"/>
            </a:xfrm>
            <a:custGeom>
              <a:avLst/>
              <a:gdLst/>
              <a:ahLst/>
              <a:cxnLst/>
              <a:rect l="l" t="t" r="r" b="b"/>
              <a:pathLst>
                <a:path w="4471" h="3036" fill="none" extrusionOk="0">
                  <a:moveTo>
                    <a:pt x="3770" y="0"/>
                  </a:moveTo>
                  <a:lnTo>
                    <a:pt x="167" y="267"/>
                  </a:lnTo>
                  <a:cubicBezTo>
                    <a:pt x="167" y="267"/>
                    <a:pt x="1" y="3036"/>
                    <a:pt x="2236" y="3036"/>
                  </a:cubicBezTo>
                  <a:cubicBezTo>
                    <a:pt x="4470" y="3036"/>
                    <a:pt x="3937" y="267"/>
                    <a:pt x="3937" y="267"/>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8"/>
            <p:cNvSpPr/>
            <p:nvPr/>
          </p:nvSpPr>
          <p:spPr>
            <a:xfrm>
              <a:off x="1982425" y="743475"/>
              <a:ext cx="179800" cy="163475"/>
            </a:xfrm>
            <a:custGeom>
              <a:avLst/>
              <a:gdLst/>
              <a:ahLst/>
              <a:cxnLst/>
              <a:rect l="l" t="t" r="r" b="b"/>
              <a:pathLst>
                <a:path w="7192" h="6539" extrusionOk="0">
                  <a:moveTo>
                    <a:pt x="5089" y="1"/>
                  </a:moveTo>
                  <a:cubicBezTo>
                    <a:pt x="3524" y="1"/>
                    <a:pt x="2435" y="1201"/>
                    <a:pt x="2435" y="1201"/>
                  </a:cubicBezTo>
                  <a:cubicBezTo>
                    <a:pt x="2435" y="1201"/>
                    <a:pt x="2177" y="1113"/>
                    <a:pt x="1823" y="1113"/>
                  </a:cubicBezTo>
                  <a:cubicBezTo>
                    <a:pt x="1425" y="1113"/>
                    <a:pt x="907" y="1225"/>
                    <a:pt x="501" y="1702"/>
                  </a:cubicBezTo>
                  <a:cubicBezTo>
                    <a:pt x="0" y="2269"/>
                    <a:pt x="334" y="3536"/>
                    <a:pt x="334" y="3536"/>
                  </a:cubicBezTo>
                  <a:cubicBezTo>
                    <a:pt x="334" y="3536"/>
                    <a:pt x="67" y="4237"/>
                    <a:pt x="434" y="4971"/>
                  </a:cubicBezTo>
                  <a:cubicBezTo>
                    <a:pt x="801" y="5705"/>
                    <a:pt x="1835" y="6538"/>
                    <a:pt x="1835" y="6538"/>
                  </a:cubicBezTo>
                  <a:lnTo>
                    <a:pt x="2002" y="5805"/>
                  </a:lnTo>
                  <a:lnTo>
                    <a:pt x="2002" y="5805"/>
                  </a:lnTo>
                  <a:cubicBezTo>
                    <a:pt x="1992" y="5805"/>
                    <a:pt x="1982" y="5805"/>
                    <a:pt x="1972" y="5805"/>
                  </a:cubicBezTo>
                  <a:cubicBezTo>
                    <a:pt x="1299" y="5805"/>
                    <a:pt x="1235" y="4704"/>
                    <a:pt x="1235" y="4704"/>
                  </a:cubicBezTo>
                  <a:lnTo>
                    <a:pt x="1235" y="4704"/>
                  </a:lnTo>
                  <a:cubicBezTo>
                    <a:pt x="1421" y="4813"/>
                    <a:pt x="1572" y="4842"/>
                    <a:pt x="1679" y="4842"/>
                  </a:cubicBezTo>
                  <a:cubicBezTo>
                    <a:pt x="1802" y="4842"/>
                    <a:pt x="1868" y="4804"/>
                    <a:pt x="1868" y="4804"/>
                  </a:cubicBezTo>
                  <a:cubicBezTo>
                    <a:pt x="1868" y="4804"/>
                    <a:pt x="1972" y="5193"/>
                    <a:pt x="2157" y="5193"/>
                  </a:cubicBezTo>
                  <a:cubicBezTo>
                    <a:pt x="2182" y="5193"/>
                    <a:pt x="2208" y="5187"/>
                    <a:pt x="2235" y="5171"/>
                  </a:cubicBezTo>
                  <a:cubicBezTo>
                    <a:pt x="2469" y="5037"/>
                    <a:pt x="1868" y="3837"/>
                    <a:pt x="1868" y="3837"/>
                  </a:cubicBezTo>
                  <a:lnTo>
                    <a:pt x="1868" y="3837"/>
                  </a:lnTo>
                  <a:cubicBezTo>
                    <a:pt x="1922" y="3841"/>
                    <a:pt x="1974" y="3843"/>
                    <a:pt x="2023" y="3843"/>
                  </a:cubicBezTo>
                  <a:cubicBezTo>
                    <a:pt x="3078" y="3843"/>
                    <a:pt x="3169" y="2869"/>
                    <a:pt x="3169" y="2869"/>
                  </a:cubicBezTo>
                  <a:cubicBezTo>
                    <a:pt x="3382" y="2916"/>
                    <a:pt x="3588" y="2937"/>
                    <a:pt x="3786" y="2937"/>
                  </a:cubicBezTo>
                  <a:cubicBezTo>
                    <a:pt x="6005" y="2937"/>
                    <a:pt x="7191" y="248"/>
                    <a:pt x="5538" y="34"/>
                  </a:cubicBezTo>
                  <a:cubicBezTo>
                    <a:pt x="5384" y="11"/>
                    <a:pt x="5235" y="1"/>
                    <a:pt x="50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8"/>
            <p:cNvSpPr/>
            <p:nvPr/>
          </p:nvSpPr>
          <p:spPr>
            <a:xfrm>
              <a:off x="2304325" y="1032025"/>
              <a:ext cx="11700" cy="140950"/>
            </a:xfrm>
            <a:custGeom>
              <a:avLst/>
              <a:gdLst/>
              <a:ahLst/>
              <a:cxnLst/>
              <a:rect l="l" t="t" r="r" b="b"/>
              <a:pathLst>
                <a:path w="468" h="5638" fill="none" extrusionOk="0">
                  <a:moveTo>
                    <a:pt x="234" y="5637"/>
                  </a:moveTo>
                  <a:cubicBezTo>
                    <a:pt x="334" y="4870"/>
                    <a:pt x="134" y="3736"/>
                    <a:pt x="300" y="2669"/>
                  </a:cubicBezTo>
                  <a:cubicBezTo>
                    <a:pt x="467" y="1601"/>
                    <a:pt x="0" y="0"/>
                    <a:pt x="0" y="0"/>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8"/>
            <p:cNvSpPr/>
            <p:nvPr/>
          </p:nvSpPr>
          <p:spPr>
            <a:xfrm>
              <a:off x="2310150" y="1062875"/>
              <a:ext cx="26725" cy="74250"/>
            </a:xfrm>
            <a:custGeom>
              <a:avLst/>
              <a:gdLst/>
              <a:ahLst/>
              <a:cxnLst/>
              <a:rect l="l" t="t" r="r" b="b"/>
              <a:pathLst>
                <a:path w="1069" h="2970" fill="none" extrusionOk="0">
                  <a:moveTo>
                    <a:pt x="1068" y="0"/>
                  </a:moveTo>
                  <a:cubicBezTo>
                    <a:pt x="1068" y="0"/>
                    <a:pt x="701" y="2369"/>
                    <a:pt x="1" y="2969"/>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8"/>
            <p:cNvSpPr/>
            <p:nvPr/>
          </p:nvSpPr>
          <p:spPr>
            <a:xfrm>
              <a:off x="2523650" y="1052025"/>
              <a:ext cx="15850" cy="15050"/>
            </a:xfrm>
            <a:custGeom>
              <a:avLst/>
              <a:gdLst/>
              <a:ahLst/>
              <a:cxnLst/>
              <a:rect l="l" t="t" r="r" b="b"/>
              <a:pathLst>
                <a:path w="634" h="602" fill="none" extrusionOk="0">
                  <a:moveTo>
                    <a:pt x="634" y="1"/>
                  </a:moveTo>
                  <a:lnTo>
                    <a:pt x="0" y="601"/>
                  </a:ln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6" name="Google Shape;1616;p48"/>
          <p:cNvGrpSpPr/>
          <p:nvPr/>
        </p:nvGrpSpPr>
        <p:grpSpPr>
          <a:xfrm>
            <a:off x="5697732" y="2403942"/>
            <a:ext cx="868455" cy="2128168"/>
            <a:chOff x="1983250" y="3038450"/>
            <a:chExt cx="728875" cy="1786125"/>
          </a:xfrm>
        </p:grpSpPr>
        <p:sp>
          <p:nvSpPr>
            <p:cNvPr id="1617" name="Google Shape;1617;p48"/>
            <p:cNvSpPr/>
            <p:nvPr/>
          </p:nvSpPr>
          <p:spPr>
            <a:xfrm>
              <a:off x="1983250" y="3292800"/>
              <a:ext cx="319425" cy="178475"/>
            </a:xfrm>
            <a:custGeom>
              <a:avLst/>
              <a:gdLst/>
              <a:ahLst/>
              <a:cxnLst/>
              <a:rect l="l" t="t" r="r" b="b"/>
              <a:pathLst>
                <a:path w="12777" h="7139" extrusionOk="0">
                  <a:moveTo>
                    <a:pt x="601" y="0"/>
                  </a:moveTo>
                  <a:cubicBezTo>
                    <a:pt x="268" y="0"/>
                    <a:pt x="1" y="301"/>
                    <a:pt x="67" y="634"/>
                  </a:cubicBezTo>
                  <a:lnTo>
                    <a:pt x="1135" y="6672"/>
                  </a:lnTo>
                  <a:cubicBezTo>
                    <a:pt x="1168" y="6939"/>
                    <a:pt x="1402" y="7139"/>
                    <a:pt x="1669" y="7139"/>
                  </a:cubicBezTo>
                  <a:lnTo>
                    <a:pt x="12176" y="7139"/>
                  </a:lnTo>
                  <a:cubicBezTo>
                    <a:pt x="12510" y="7139"/>
                    <a:pt x="12776" y="6839"/>
                    <a:pt x="12710" y="6472"/>
                  </a:cubicBezTo>
                  <a:lnTo>
                    <a:pt x="11642" y="434"/>
                  </a:lnTo>
                  <a:cubicBezTo>
                    <a:pt x="11609" y="201"/>
                    <a:pt x="11375" y="0"/>
                    <a:pt x="111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8"/>
            <p:cNvSpPr/>
            <p:nvPr/>
          </p:nvSpPr>
          <p:spPr>
            <a:xfrm>
              <a:off x="2001600" y="3309475"/>
              <a:ext cx="282725" cy="145125"/>
            </a:xfrm>
            <a:custGeom>
              <a:avLst/>
              <a:gdLst/>
              <a:ahLst/>
              <a:cxnLst/>
              <a:rect l="l" t="t" r="r" b="b"/>
              <a:pathLst>
                <a:path w="11309" h="5805" extrusionOk="0">
                  <a:moveTo>
                    <a:pt x="501" y="1"/>
                  </a:moveTo>
                  <a:cubicBezTo>
                    <a:pt x="234" y="1"/>
                    <a:pt x="1" y="267"/>
                    <a:pt x="67" y="534"/>
                  </a:cubicBezTo>
                  <a:lnTo>
                    <a:pt x="935" y="5438"/>
                  </a:lnTo>
                  <a:cubicBezTo>
                    <a:pt x="968" y="5638"/>
                    <a:pt x="1135" y="5805"/>
                    <a:pt x="1368" y="5805"/>
                  </a:cubicBezTo>
                  <a:lnTo>
                    <a:pt x="10808" y="5805"/>
                  </a:lnTo>
                  <a:cubicBezTo>
                    <a:pt x="11075" y="5805"/>
                    <a:pt x="11309" y="5538"/>
                    <a:pt x="11242" y="5271"/>
                  </a:cubicBezTo>
                  <a:lnTo>
                    <a:pt x="10375" y="368"/>
                  </a:lnTo>
                  <a:cubicBezTo>
                    <a:pt x="10341" y="167"/>
                    <a:pt x="10174" y="1"/>
                    <a:pt x="9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8"/>
            <p:cNvSpPr/>
            <p:nvPr/>
          </p:nvSpPr>
          <p:spPr>
            <a:xfrm>
              <a:off x="2079150" y="3321975"/>
              <a:ext cx="90925" cy="120125"/>
            </a:xfrm>
            <a:custGeom>
              <a:avLst/>
              <a:gdLst/>
              <a:ahLst/>
              <a:cxnLst/>
              <a:rect l="l" t="t" r="r" b="b"/>
              <a:pathLst>
                <a:path w="3637" h="4805" extrusionOk="0">
                  <a:moveTo>
                    <a:pt x="1" y="1"/>
                  </a:moveTo>
                  <a:lnTo>
                    <a:pt x="868" y="4804"/>
                  </a:lnTo>
                  <a:lnTo>
                    <a:pt x="3637" y="4804"/>
                  </a:lnTo>
                  <a:lnTo>
                    <a:pt x="2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8"/>
            <p:cNvSpPr/>
            <p:nvPr/>
          </p:nvSpPr>
          <p:spPr>
            <a:xfrm>
              <a:off x="2011600" y="3321975"/>
              <a:ext cx="67575" cy="34225"/>
            </a:xfrm>
            <a:custGeom>
              <a:avLst/>
              <a:gdLst/>
              <a:ahLst/>
              <a:cxnLst/>
              <a:rect l="l" t="t" r="r" b="b"/>
              <a:pathLst>
                <a:path w="2703" h="1369" extrusionOk="0">
                  <a:moveTo>
                    <a:pt x="1" y="1"/>
                  </a:moveTo>
                  <a:lnTo>
                    <a:pt x="301" y="1369"/>
                  </a:lnTo>
                  <a:lnTo>
                    <a:pt x="2703" y="1369"/>
                  </a:lnTo>
                  <a:lnTo>
                    <a:pt x="2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8"/>
            <p:cNvSpPr/>
            <p:nvPr/>
          </p:nvSpPr>
          <p:spPr>
            <a:xfrm>
              <a:off x="2019950" y="3367025"/>
              <a:ext cx="67575" cy="34200"/>
            </a:xfrm>
            <a:custGeom>
              <a:avLst/>
              <a:gdLst/>
              <a:ahLst/>
              <a:cxnLst/>
              <a:rect l="l" t="t" r="r" b="b"/>
              <a:pathLst>
                <a:path w="2703" h="1368" extrusionOk="0">
                  <a:moveTo>
                    <a:pt x="0" y="0"/>
                  </a:moveTo>
                  <a:lnTo>
                    <a:pt x="301" y="1368"/>
                  </a:lnTo>
                  <a:lnTo>
                    <a:pt x="2702" y="1368"/>
                  </a:lnTo>
                  <a:lnTo>
                    <a:pt x="2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8"/>
            <p:cNvSpPr/>
            <p:nvPr/>
          </p:nvSpPr>
          <p:spPr>
            <a:xfrm>
              <a:off x="2527800" y="4664625"/>
              <a:ext cx="150150" cy="159950"/>
            </a:xfrm>
            <a:custGeom>
              <a:avLst/>
              <a:gdLst/>
              <a:ahLst/>
              <a:cxnLst/>
              <a:rect l="l" t="t" r="r" b="b"/>
              <a:pathLst>
                <a:path w="6006" h="6398" extrusionOk="0">
                  <a:moveTo>
                    <a:pt x="2136" y="0"/>
                  </a:moveTo>
                  <a:cubicBezTo>
                    <a:pt x="2136" y="0"/>
                    <a:pt x="3136" y="3836"/>
                    <a:pt x="3036" y="4303"/>
                  </a:cubicBezTo>
                  <a:cubicBezTo>
                    <a:pt x="2936" y="4770"/>
                    <a:pt x="1535" y="5604"/>
                    <a:pt x="1535" y="5604"/>
                  </a:cubicBezTo>
                  <a:cubicBezTo>
                    <a:pt x="1535" y="5604"/>
                    <a:pt x="1" y="6004"/>
                    <a:pt x="34" y="6271"/>
                  </a:cubicBezTo>
                  <a:cubicBezTo>
                    <a:pt x="58" y="6366"/>
                    <a:pt x="522" y="6398"/>
                    <a:pt x="1140" y="6398"/>
                  </a:cubicBezTo>
                  <a:cubicBezTo>
                    <a:pt x="2264" y="6398"/>
                    <a:pt x="3895" y="6293"/>
                    <a:pt x="4304" y="6271"/>
                  </a:cubicBezTo>
                  <a:cubicBezTo>
                    <a:pt x="4372" y="6268"/>
                    <a:pt x="4439" y="6267"/>
                    <a:pt x="4507" y="6267"/>
                  </a:cubicBezTo>
                  <a:cubicBezTo>
                    <a:pt x="4754" y="6267"/>
                    <a:pt x="4997" y="6284"/>
                    <a:pt x="5208" y="6284"/>
                  </a:cubicBezTo>
                  <a:cubicBezTo>
                    <a:pt x="5512" y="6284"/>
                    <a:pt x="5750" y="6248"/>
                    <a:pt x="5838" y="6071"/>
                  </a:cubicBezTo>
                  <a:cubicBezTo>
                    <a:pt x="6005" y="5738"/>
                    <a:pt x="5105" y="4136"/>
                    <a:pt x="5038" y="3769"/>
                  </a:cubicBezTo>
                  <a:cubicBezTo>
                    <a:pt x="5004" y="3403"/>
                    <a:pt x="4771" y="100"/>
                    <a:pt x="4771" y="100"/>
                  </a:cubicBezTo>
                  <a:lnTo>
                    <a:pt x="2136" y="0"/>
                  </a:lnTo>
                  <a:close/>
                </a:path>
              </a:pathLst>
            </a:custGeom>
            <a:solidFill>
              <a:srgbClr val="7042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8"/>
            <p:cNvSpPr/>
            <p:nvPr/>
          </p:nvSpPr>
          <p:spPr>
            <a:xfrm>
              <a:off x="2260950" y="4664625"/>
              <a:ext cx="150975" cy="159950"/>
            </a:xfrm>
            <a:custGeom>
              <a:avLst/>
              <a:gdLst/>
              <a:ahLst/>
              <a:cxnLst/>
              <a:rect l="l" t="t" r="r" b="b"/>
              <a:pathLst>
                <a:path w="6039" h="6398" extrusionOk="0">
                  <a:moveTo>
                    <a:pt x="2669" y="0"/>
                  </a:moveTo>
                  <a:cubicBezTo>
                    <a:pt x="2669" y="0"/>
                    <a:pt x="3136" y="3836"/>
                    <a:pt x="3036" y="4303"/>
                  </a:cubicBezTo>
                  <a:cubicBezTo>
                    <a:pt x="2969" y="4770"/>
                    <a:pt x="1535" y="5604"/>
                    <a:pt x="1535" y="5604"/>
                  </a:cubicBezTo>
                  <a:cubicBezTo>
                    <a:pt x="1535" y="5604"/>
                    <a:pt x="1" y="6004"/>
                    <a:pt x="67" y="6271"/>
                  </a:cubicBezTo>
                  <a:cubicBezTo>
                    <a:pt x="79" y="6366"/>
                    <a:pt x="536" y="6398"/>
                    <a:pt x="1150" y="6398"/>
                  </a:cubicBezTo>
                  <a:cubicBezTo>
                    <a:pt x="2268" y="6398"/>
                    <a:pt x="3907" y="6293"/>
                    <a:pt x="4337" y="6271"/>
                  </a:cubicBezTo>
                  <a:cubicBezTo>
                    <a:pt x="4401" y="6268"/>
                    <a:pt x="4466" y="6267"/>
                    <a:pt x="4532" y="6267"/>
                  </a:cubicBezTo>
                  <a:cubicBezTo>
                    <a:pt x="4771" y="6267"/>
                    <a:pt x="5014" y="6284"/>
                    <a:pt x="5228" y="6284"/>
                  </a:cubicBezTo>
                  <a:cubicBezTo>
                    <a:pt x="5535" y="6284"/>
                    <a:pt x="5783" y="6248"/>
                    <a:pt x="5871" y="6071"/>
                  </a:cubicBezTo>
                  <a:cubicBezTo>
                    <a:pt x="6038" y="5738"/>
                    <a:pt x="5138" y="4136"/>
                    <a:pt x="5071" y="3769"/>
                  </a:cubicBezTo>
                  <a:cubicBezTo>
                    <a:pt x="5004" y="3403"/>
                    <a:pt x="5304" y="100"/>
                    <a:pt x="5304" y="100"/>
                  </a:cubicBezTo>
                  <a:lnTo>
                    <a:pt x="2669" y="0"/>
                  </a:lnTo>
                  <a:close/>
                </a:path>
              </a:pathLst>
            </a:custGeom>
            <a:solidFill>
              <a:srgbClr val="7042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8"/>
            <p:cNvSpPr/>
            <p:nvPr/>
          </p:nvSpPr>
          <p:spPr>
            <a:xfrm>
              <a:off x="2527800" y="4778875"/>
              <a:ext cx="149300" cy="45700"/>
            </a:xfrm>
            <a:custGeom>
              <a:avLst/>
              <a:gdLst/>
              <a:ahLst/>
              <a:cxnLst/>
              <a:rect l="l" t="t" r="r" b="b"/>
              <a:pathLst>
                <a:path w="5972" h="1828" extrusionOk="0">
                  <a:moveTo>
                    <a:pt x="5371" y="0"/>
                  </a:moveTo>
                  <a:cubicBezTo>
                    <a:pt x="4632" y="370"/>
                    <a:pt x="3820" y="521"/>
                    <a:pt x="3339" y="521"/>
                  </a:cubicBezTo>
                  <a:cubicBezTo>
                    <a:pt x="3168" y="521"/>
                    <a:pt x="3039" y="502"/>
                    <a:pt x="2970" y="467"/>
                  </a:cubicBezTo>
                  <a:cubicBezTo>
                    <a:pt x="2803" y="400"/>
                    <a:pt x="2770" y="267"/>
                    <a:pt x="2770" y="100"/>
                  </a:cubicBezTo>
                  <a:cubicBezTo>
                    <a:pt x="2336" y="534"/>
                    <a:pt x="1535" y="1034"/>
                    <a:pt x="1535" y="1034"/>
                  </a:cubicBezTo>
                  <a:cubicBezTo>
                    <a:pt x="1535" y="1034"/>
                    <a:pt x="1" y="1434"/>
                    <a:pt x="34" y="1701"/>
                  </a:cubicBezTo>
                  <a:cubicBezTo>
                    <a:pt x="58" y="1796"/>
                    <a:pt x="522" y="1828"/>
                    <a:pt x="1140" y="1828"/>
                  </a:cubicBezTo>
                  <a:cubicBezTo>
                    <a:pt x="2264" y="1828"/>
                    <a:pt x="3895" y="1723"/>
                    <a:pt x="4304" y="1701"/>
                  </a:cubicBezTo>
                  <a:cubicBezTo>
                    <a:pt x="4394" y="1697"/>
                    <a:pt x="4484" y="1695"/>
                    <a:pt x="4573" y="1695"/>
                  </a:cubicBezTo>
                  <a:cubicBezTo>
                    <a:pt x="4745" y="1695"/>
                    <a:pt x="4914" y="1701"/>
                    <a:pt x="5070" y="1701"/>
                  </a:cubicBezTo>
                  <a:cubicBezTo>
                    <a:pt x="5438" y="1701"/>
                    <a:pt x="5737" y="1671"/>
                    <a:pt x="5838" y="1468"/>
                  </a:cubicBezTo>
                  <a:cubicBezTo>
                    <a:pt x="5972" y="1268"/>
                    <a:pt x="5638" y="567"/>
                    <a:pt x="53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8"/>
            <p:cNvSpPr/>
            <p:nvPr/>
          </p:nvSpPr>
          <p:spPr>
            <a:xfrm>
              <a:off x="2260950" y="4778875"/>
              <a:ext cx="149300" cy="45700"/>
            </a:xfrm>
            <a:custGeom>
              <a:avLst/>
              <a:gdLst/>
              <a:ahLst/>
              <a:cxnLst/>
              <a:rect l="l" t="t" r="r" b="b"/>
              <a:pathLst>
                <a:path w="5972" h="1828" extrusionOk="0">
                  <a:moveTo>
                    <a:pt x="5404" y="0"/>
                  </a:moveTo>
                  <a:cubicBezTo>
                    <a:pt x="4641" y="370"/>
                    <a:pt x="3840" y="521"/>
                    <a:pt x="3353" y="521"/>
                  </a:cubicBezTo>
                  <a:cubicBezTo>
                    <a:pt x="3181" y="521"/>
                    <a:pt x="3048" y="502"/>
                    <a:pt x="2969" y="467"/>
                  </a:cubicBezTo>
                  <a:cubicBezTo>
                    <a:pt x="2836" y="400"/>
                    <a:pt x="2803" y="267"/>
                    <a:pt x="2803" y="100"/>
                  </a:cubicBezTo>
                  <a:cubicBezTo>
                    <a:pt x="2369" y="534"/>
                    <a:pt x="1535" y="1034"/>
                    <a:pt x="1535" y="1034"/>
                  </a:cubicBezTo>
                  <a:cubicBezTo>
                    <a:pt x="1535" y="1034"/>
                    <a:pt x="1" y="1434"/>
                    <a:pt x="67" y="1701"/>
                  </a:cubicBezTo>
                  <a:cubicBezTo>
                    <a:pt x="79" y="1796"/>
                    <a:pt x="540" y="1828"/>
                    <a:pt x="1159" y="1828"/>
                  </a:cubicBezTo>
                  <a:cubicBezTo>
                    <a:pt x="2283" y="1828"/>
                    <a:pt x="3928" y="1723"/>
                    <a:pt x="4337" y="1701"/>
                  </a:cubicBezTo>
                  <a:cubicBezTo>
                    <a:pt x="4422" y="1697"/>
                    <a:pt x="4509" y="1695"/>
                    <a:pt x="4596" y="1695"/>
                  </a:cubicBezTo>
                  <a:cubicBezTo>
                    <a:pt x="4763" y="1695"/>
                    <a:pt x="4931" y="1701"/>
                    <a:pt x="5088" y="1701"/>
                  </a:cubicBezTo>
                  <a:cubicBezTo>
                    <a:pt x="5459" y="1701"/>
                    <a:pt x="5770" y="1671"/>
                    <a:pt x="5871" y="1468"/>
                  </a:cubicBezTo>
                  <a:cubicBezTo>
                    <a:pt x="5972" y="1268"/>
                    <a:pt x="5671" y="567"/>
                    <a:pt x="5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8"/>
            <p:cNvSpPr/>
            <p:nvPr/>
          </p:nvSpPr>
          <p:spPr>
            <a:xfrm>
              <a:off x="2278475" y="3603025"/>
              <a:ext cx="420325" cy="1097200"/>
            </a:xfrm>
            <a:custGeom>
              <a:avLst/>
              <a:gdLst/>
              <a:ahLst/>
              <a:cxnLst/>
              <a:rect l="l" t="t" r="r" b="b"/>
              <a:pathLst>
                <a:path w="16813" h="43888" extrusionOk="0">
                  <a:moveTo>
                    <a:pt x="12909" y="0"/>
                  </a:moveTo>
                  <a:lnTo>
                    <a:pt x="3903" y="134"/>
                  </a:lnTo>
                  <a:cubicBezTo>
                    <a:pt x="3903" y="134"/>
                    <a:pt x="2802" y="1001"/>
                    <a:pt x="2869" y="2402"/>
                  </a:cubicBezTo>
                  <a:cubicBezTo>
                    <a:pt x="2869" y="2402"/>
                    <a:pt x="434" y="14010"/>
                    <a:pt x="200" y="21683"/>
                  </a:cubicBezTo>
                  <a:cubicBezTo>
                    <a:pt x="0" y="29321"/>
                    <a:pt x="1768" y="43331"/>
                    <a:pt x="1768" y="43331"/>
                  </a:cubicBezTo>
                  <a:cubicBezTo>
                    <a:pt x="1768" y="43331"/>
                    <a:pt x="2550" y="43584"/>
                    <a:pt x="3609" y="43584"/>
                  </a:cubicBezTo>
                  <a:cubicBezTo>
                    <a:pt x="3768" y="43584"/>
                    <a:pt x="3933" y="43578"/>
                    <a:pt x="4103" y="43565"/>
                  </a:cubicBezTo>
                  <a:cubicBezTo>
                    <a:pt x="4156" y="43562"/>
                    <a:pt x="4209" y="43561"/>
                    <a:pt x="4261" y="43561"/>
                  </a:cubicBezTo>
                  <a:cubicBezTo>
                    <a:pt x="5097" y="43561"/>
                    <a:pt x="5840" y="43887"/>
                    <a:pt x="6372" y="43887"/>
                  </a:cubicBezTo>
                  <a:cubicBezTo>
                    <a:pt x="6624" y="43887"/>
                    <a:pt x="6828" y="43814"/>
                    <a:pt x="6972" y="43598"/>
                  </a:cubicBezTo>
                  <a:cubicBezTo>
                    <a:pt x="7472" y="42864"/>
                    <a:pt x="7706" y="31990"/>
                    <a:pt x="7606" y="30322"/>
                  </a:cubicBezTo>
                  <a:cubicBezTo>
                    <a:pt x="7539" y="28654"/>
                    <a:pt x="7639" y="25886"/>
                    <a:pt x="7639" y="25886"/>
                  </a:cubicBezTo>
                  <a:cubicBezTo>
                    <a:pt x="7639" y="25886"/>
                    <a:pt x="9307" y="35259"/>
                    <a:pt x="11708" y="42898"/>
                  </a:cubicBezTo>
                  <a:cubicBezTo>
                    <a:pt x="11708" y="42898"/>
                    <a:pt x="12577" y="43172"/>
                    <a:pt x="13670" y="43172"/>
                  </a:cubicBezTo>
                  <a:cubicBezTo>
                    <a:pt x="13898" y="43172"/>
                    <a:pt x="14135" y="43160"/>
                    <a:pt x="14377" y="43131"/>
                  </a:cubicBezTo>
                  <a:cubicBezTo>
                    <a:pt x="14624" y="43108"/>
                    <a:pt x="14830" y="43099"/>
                    <a:pt x="15005" y="43099"/>
                  </a:cubicBezTo>
                  <a:cubicBezTo>
                    <a:pt x="15583" y="43099"/>
                    <a:pt x="15821" y="43197"/>
                    <a:pt x="16046" y="43197"/>
                  </a:cubicBezTo>
                  <a:cubicBezTo>
                    <a:pt x="16140" y="43197"/>
                    <a:pt x="16232" y="43180"/>
                    <a:pt x="16345" y="43131"/>
                  </a:cubicBezTo>
                  <a:cubicBezTo>
                    <a:pt x="16812" y="42964"/>
                    <a:pt x="16312" y="40730"/>
                    <a:pt x="16345" y="38128"/>
                  </a:cubicBezTo>
                  <a:cubicBezTo>
                    <a:pt x="16378" y="35559"/>
                    <a:pt x="15078" y="25352"/>
                    <a:pt x="14544" y="23684"/>
                  </a:cubicBezTo>
                  <a:cubicBezTo>
                    <a:pt x="13977" y="22016"/>
                    <a:pt x="14244" y="14678"/>
                    <a:pt x="14177" y="13176"/>
                  </a:cubicBezTo>
                  <a:cubicBezTo>
                    <a:pt x="14077" y="11642"/>
                    <a:pt x="14944" y="2836"/>
                    <a:pt x="129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8"/>
            <p:cNvSpPr/>
            <p:nvPr/>
          </p:nvSpPr>
          <p:spPr>
            <a:xfrm>
              <a:off x="2526150" y="3660575"/>
              <a:ext cx="39200" cy="182650"/>
            </a:xfrm>
            <a:custGeom>
              <a:avLst/>
              <a:gdLst/>
              <a:ahLst/>
              <a:cxnLst/>
              <a:rect l="l" t="t" r="r" b="b"/>
              <a:pathLst>
                <a:path w="1568" h="7306" fill="none" extrusionOk="0">
                  <a:moveTo>
                    <a:pt x="400" y="0"/>
                  </a:moveTo>
                  <a:cubicBezTo>
                    <a:pt x="400" y="0"/>
                    <a:pt x="1568" y="3036"/>
                    <a:pt x="0" y="7305"/>
                  </a:cubicBezTo>
                </a:path>
              </a:pathLst>
            </a:custGeom>
            <a:no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8"/>
            <p:cNvSpPr/>
            <p:nvPr/>
          </p:nvSpPr>
          <p:spPr>
            <a:xfrm>
              <a:off x="2468600" y="4254325"/>
              <a:ext cx="25" cy="25"/>
            </a:xfrm>
            <a:custGeom>
              <a:avLst/>
              <a:gdLst/>
              <a:ahLst/>
              <a:cxnLst/>
              <a:rect l="l" t="t" r="r" b="b"/>
              <a:pathLst>
                <a:path w="1" h="1" extrusionOk="0">
                  <a:moveTo>
                    <a:pt x="1" y="0"/>
                  </a:moveTo>
                  <a:close/>
                </a:path>
              </a:pathLst>
            </a:custGeom>
            <a:solidFill>
              <a:srgbClr val="453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8"/>
            <p:cNvSpPr/>
            <p:nvPr/>
          </p:nvSpPr>
          <p:spPr>
            <a:xfrm>
              <a:off x="2557825" y="4623750"/>
              <a:ext cx="132625" cy="19200"/>
            </a:xfrm>
            <a:custGeom>
              <a:avLst/>
              <a:gdLst/>
              <a:ahLst/>
              <a:cxnLst/>
              <a:rect l="l" t="t" r="r" b="b"/>
              <a:pathLst>
                <a:path w="5305" h="768" fill="none" extrusionOk="0">
                  <a:moveTo>
                    <a:pt x="1" y="1"/>
                  </a:moveTo>
                  <a:cubicBezTo>
                    <a:pt x="1" y="1"/>
                    <a:pt x="1001" y="334"/>
                    <a:pt x="2236" y="301"/>
                  </a:cubicBezTo>
                  <a:cubicBezTo>
                    <a:pt x="3437" y="301"/>
                    <a:pt x="4838" y="768"/>
                    <a:pt x="5305" y="434"/>
                  </a:cubicBezTo>
                </a:path>
              </a:pathLst>
            </a:custGeom>
            <a:no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8"/>
            <p:cNvSpPr/>
            <p:nvPr/>
          </p:nvSpPr>
          <p:spPr>
            <a:xfrm>
              <a:off x="2317650" y="4642925"/>
              <a:ext cx="141800" cy="15875"/>
            </a:xfrm>
            <a:custGeom>
              <a:avLst/>
              <a:gdLst/>
              <a:ahLst/>
              <a:cxnLst/>
              <a:rect l="l" t="t" r="r" b="b"/>
              <a:pathLst>
                <a:path w="5672" h="635" fill="none" extrusionOk="0">
                  <a:moveTo>
                    <a:pt x="1" y="1"/>
                  </a:moveTo>
                  <a:cubicBezTo>
                    <a:pt x="1" y="1"/>
                    <a:pt x="1402" y="501"/>
                    <a:pt x="2503" y="301"/>
                  </a:cubicBezTo>
                  <a:cubicBezTo>
                    <a:pt x="3603" y="101"/>
                    <a:pt x="5071" y="635"/>
                    <a:pt x="5672" y="501"/>
                  </a:cubicBezTo>
                </a:path>
              </a:pathLst>
            </a:custGeom>
            <a:no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8"/>
            <p:cNvSpPr/>
            <p:nvPr/>
          </p:nvSpPr>
          <p:spPr>
            <a:xfrm>
              <a:off x="2574500" y="3281125"/>
              <a:ext cx="137625" cy="298525"/>
            </a:xfrm>
            <a:custGeom>
              <a:avLst/>
              <a:gdLst/>
              <a:ahLst/>
              <a:cxnLst/>
              <a:rect l="l" t="t" r="r" b="b"/>
              <a:pathLst>
                <a:path w="5505" h="11941" extrusionOk="0">
                  <a:moveTo>
                    <a:pt x="2369" y="0"/>
                  </a:moveTo>
                  <a:lnTo>
                    <a:pt x="1" y="10842"/>
                  </a:lnTo>
                  <a:cubicBezTo>
                    <a:pt x="1" y="10842"/>
                    <a:pt x="1713" y="11941"/>
                    <a:pt x="3123" y="11941"/>
                  </a:cubicBezTo>
                  <a:cubicBezTo>
                    <a:pt x="3632" y="11941"/>
                    <a:pt x="4101" y="11798"/>
                    <a:pt x="4437" y="11409"/>
                  </a:cubicBezTo>
                  <a:cubicBezTo>
                    <a:pt x="5505" y="10174"/>
                    <a:pt x="4571" y="7206"/>
                    <a:pt x="4271" y="5604"/>
                  </a:cubicBezTo>
                  <a:cubicBezTo>
                    <a:pt x="4004" y="3970"/>
                    <a:pt x="3770" y="534"/>
                    <a:pt x="2369" y="0"/>
                  </a:cubicBezTo>
                  <a:close/>
                </a:path>
              </a:pathLst>
            </a:custGeom>
            <a:solidFill>
              <a:srgbClr val="7042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8"/>
            <p:cNvSpPr/>
            <p:nvPr/>
          </p:nvSpPr>
          <p:spPr>
            <a:xfrm>
              <a:off x="2425225" y="3074475"/>
              <a:ext cx="123450" cy="192500"/>
            </a:xfrm>
            <a:custGeom>
              <a:avLst/>
              <a:gdLst/>
              <a:ahLst/>
              <a:cxnLst/>
              <a:rect l="l" t="t" r="r" b="b"/>
              <a:pathLst>
                <a:path w="4938" h="7700" extrusionOk="0">
                  <a:moveTo>
                    <a:pt x="2958" y="1"/>
                  </a:moveTo>
                  <a:cubicBezTo>
                    <a:pt x="1949" y="1"/>
                    <a:pt x="535" y="594"/>
                    <a:pt x="535" y="594"/>
                  </a:cubicBezTo>
                  <a:cubicBezTo>
                    <a:pt x="535" y="594"/>
                    <a:pt x="568" y="2129"/>
                    <a:pt x="1" y="2262"/>
                  </a:cubicBezTo>
                  <a:cubicBezTo>
                    <a:pt x="1" y="2262"/>
                    <a:pt x="268" y="4264"/>
                    <a:pt x="468" y="4364"/>
                  </a:cubicBezTo>
                  <a:cubicBezTo>
                    <a:pt x="701" y="4430"/>
                    <a:pt x="1335" y="4464"/>
                    <a:pt x="1335" y="4464"/>
                  </a:cubicBezTo>
                  <a:lnTo>
                    <a:pt x="2036" y="7699"/>
                  </a:lnTo>
                  <a:lnTo>
                    <a:pt x="4938" y="7633"/>
                  </a:lnTo>
                  <a:cubicBezTo>
                    <a:pt x="4938" y="7633"/>
                    <a:pt x="3370" y="4530"/>
                    <a:pt x="3670" y="3863"/>
                  </a:cubicBezTo>
                  <a:cubicBezTo>
                    <a:pt x="3970" y="3163"/>
                    <a:pt x="4471" y="1195"/>
                    <a:pt x="3837" y="327"/>
                  </a:cubicBezTo>
                  <a:cubicBezTo>
                    <a:pt x="3671" y="88"/>
                    <a:pt x="3344" y="1"/>
                    <a:pt x="2958" y="1"/>
                  </a:cubicBezTo>
                  <a:close/>
                </a:path>
              </a:pathLst>
            </a:custGeom>
            <a:solidFill>
              <a:srgbClr val="7042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8"/>
            <p:cNvSpPr/>
            <p:nvPr/>
          </p:nvSpPr>
          <p:spPr>
            <a:xfrm>
              <a:off x="2357700" y="3260025"/>
              <a:ext cx="311075" cy="360050"/>
            </a:xfrm>
            <a:custGeom>
              <a:avLst/>
              <a:gdLst/>
              <a:ahLst/>
              <a:cxnLst/>
              <a:rect l="l" t="t" r="r" b="b"/>
              <a:pathLst>
                <a:path w="12443" h="14402" extrusionOk="0">
                  <a:moveTo>
                    <a:pt x="6913" y="0"/>
                  </a:moveTo>
                  <a:cubicBezTo>
                    <a:pt x="6578" y="0"/>
                    <a:pt x="6249" y="5"/>
                    <a:pt x="5938" y="11"/>
                  </a:cubicBezTo>
                  <a:cubicBezTo>
                    <a:pt x="4003" y="11"/>
                    <a:pt x="2835" y="511"/>
                    <a:pt x="2835" y="511"/>
                  </a:cubicBezTo>
                  <a:cubicBezTo>
                    <a:pt x="1034" y="1078"/>
                    <a:pt x="600" y="11852"/>
                    <a:pt x="600" y="11852"/>
                  </a:cubicBezTo>
                  <a:lnTo>
                    <a:pt x="100" y="13754"/>
                  </a:lnTo>
                  <a:cubicBezTo>
                    <a:pt x="0" y="14054"/>
                    <a:pt x="234" y="14354"/>
                    <a:pt x="534" y="14354"/>
                  </a:cubicBezTo>
                  <a:cubicBezTo>
                    <a:pt x="1295" y="14387"/>
                    <a:pt x="2078" y="14401"/>
                    <a:pt x="2854" y="14401"/>
                  </a:cubicBezTo>
                  <a:cubicBezTo>
                    <a:pt x="6734" y="14401"/>
                    <a:pt x="10441" y="14054"/>
                    <a:pt x="10441" y="14054"/>
                  </a:cubicBezTo>
                  <a:lnTo>
                    <a:pt x="9874" y="12753"/>
                  </a:lnTo>
                  <a:cubicBezTo>
                    <a:pt x="9874" y="12753"/>
                    <a:pt x="11208" y="7883"/>
                    <a:pt x="11808" y="6015"/>
                  </a:cubicBezTo>
                  <a:cubicBezTo>
                    <a:pt x="12442" y="4180"/>
                    <a:pt x="11708" y="1678"/>
                    <a:pt x="11041" y="844"/>
                  </a:cubicBezTo>
                  <a:cubicBezTo>
                    <a:pt x="10483" y="119"/>
                    <a:pt x="8620" y="0"/>
                    <a:pt x="69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8"/>
            <p:cNvSpPr/>
            <p:nvPr/>
          </p:nvSpPr>
          <p:spPr>
            <a:xfrm>
              <a:off x="2421075" y="3038450"/>
              <a:ext cx="205175" cy="254200"/>
            </a:xfrm>
            <a:custGeom>
              <a:avLst/>
              <a:gdLst/>
              <a:ahLst/>
              <a:cxnLst/>
              <a:rect l="l" t="t" r="r" b="b"/>
              <a:pathLst>
                <a:path w="8207" h="10168" extrusionOk="0">
                  <a:moveTo>
                    <a:pt x="1666" y="1"/>
                  </a:moveTo>
                  <a:cubicBezTo>
                    <a:pt x="839" y="1"/>
                    <a:pt x="122" y="259"/>
                    <a:pt x="67" y="1135"/>
                  </a:cubicBezTo>
                  <a:cubicBezTo>
                    <a:pt x="0" y="2102"/>
                    <a:pt x="1601" y="2836"/>
                    <a:pt x="1601" y="2836"/>
                  </a:cubicBezTo>
                  <a:cubicBezTo>
                    <a:pt x="1601" y="2836"/>
                    <a:pt x="1668" y="4003"/>
                    <a:pt x="2102" y="4671"/>
                  </a:cubicBezTo>
                  <a:cubicBezTo>
                    <a:pt x="2502" y="5338"/>
                    <a:pt x="2135" y="9541"/>
                    <a:pt x="3136" y="9974"/>
                  </a:cubicBezTo>
                  <a:cubicBezTo>
                    <a:pt x="3469" y="10119"/>
                    <a:pt x="3903" y="10167"/>
                    <a:pt x="4372" y="10167"/>
                  </a:cubicBezTo>
                  <a:cubicBezTo>
                    <a:pt x="5311" y="10167"/>
                    <a:pt x="6394" y="9974"/>
                    <a:pt x="7105" y="9974"/>
                  </a:cubicBezTo>
                  <a:cubicBezTo>
                    <a:pt x="8206" y="9974"/>
                    <a:pt x="7939" y="8740"/>
                    <a:pt x="7906" y="8206"/>
                  </a:cubicBezTo>
                  <a:cubicBezTo>
                    <a:pt x="7839" y="7673"/>
                    <a:pt x="6405" y="3903"/>
                    <a:pt x="6205" y="2903"/>
                  </a:cubicBezTo>
                  <a:cubicBezTo>
                    <a:pt x="6004" y="1969"/>
                    <a:pt x="5437" y="601"/>
                    <a:pt x="4270" y="534"/>
                  </a:cubicBezTo>
                  <a:cubicBezTo>
                    <a:pt x="4270" y="534"/>
                    <a:pt x="2854" y="1"/>
                    <a:pt x="1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8"/>
            <p:cNvSpPr/>
            <p:nvPr/>
          </p:nvSpPr>
          <p:spPr>
            <a:xfrm>
              <a:off x="2128350" y="3272525"/>
              <a:ext cx="344450" cy="353900"/>
            </a:xfrm>
            <a:custGeom>
              <a:avLst/>
              <a:gdLst/>
              <a:ahLst/>
              <a:cxnLst/>
              <a:rect l="l" t="t" r="r" b="b"/>
              <a:pathLst>
                <a:path w="13778" h="14156" extrusionOk="0">
                  <a:moveTo>
                    <a:pt x="12015" y="1"/>
                  </a:moveTo>
                  <a:cubicBezTo>
                    <a:pt x="10740" y="1"/>
                    <a:pt x="9913" y="1889"/>
                    <a:pt x="9241" y="3747"/>
                  </a:cubicBezTo>
                  <a:cubicBezTo>
                    <a:pt x="8540" y="5682"/>
                    <a:pt x="6272" y="10452"/>
                    <a:pt x="6272" y="10452"/>
                  </a:cubicBezTo>
                  <a:lnTo>
                    <a:pt x="1835" y="7950"/>
                  </a:lnTo>
                  <a:lnTo>
                    <a:pt x="1" y="7950"/>
                  </a:lnTo>
                  <a:cubicBezTo>
                    <a:pt x="1" y="7950"/>
                    <a:pt x="4433" y="14156"/>
                    <a:pt x="6946" y="14156"/>
                  </a:cubicBezTo>
                  <a:cubicBezTo>
                    <a:pt x="6966" y="14156"/>
                    <a:pt x="6986" y="14155"/>
                    <a:pt x="7006" y="14154"/>
                  </a:cubicBezTo>
                  <a:cubicBezTo>
                    <a:pt x="9541" y="14054"/>
                    <a:pt x="12243" y="7149"/>
                    <a:pt x="12910" y="5215"/>
                  </a:cubicBezTo>
                  <a:cubicBezTo>
                    <a:pt x="13577" y="3313"/>
                    <a:pt x="13777" y="211"/>
                    <a:pt x="12176" y="11"/>
                  </a:cubicBezTo>
                  <a:cubicBezTo>
                    <a:pt x="12122" y="4"/>
                    <a:pt x="12068" y="1"/>
                    <a:pt x="12015" y="1"/>
                  </a:cubicBezTo>
                  <a:close/>
                </a:path>
              </a:pathLst>
            </a:custGeom>
            <a:solidFill>
              <a:srgbClr val="7042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8"/>
            <p:cNvSpPr/>
            <p:nvPr/>
          </p:nvSpPr>
          <p:spPr>
            <a:xfrm>
              <a:off x="2269300" y="3537975"/>
              <a:ext cx="10850" cy="28375"/>
            </a:xfrm>
            <a:custGeom>
              <a:avLst/>
              <a:gdLst/>
              <a:ahLst/>
              <a:cxnLst/>
              <a:rect l="l" t="t" r="r" b="b"/>
              <a:pathLst>
                <a:path w="434" h="1135" fill="none" extrusionOk="0">
                  <a:moveTo>
                    <a:pt x="434" y="0"/>
                  </a:moveTo>
                  <a:cubicBezTo>
                    <a:pt x="434" y="0"/>
                    <a:pt x="0" y="467"/>
                    <a:pt x="100" y="1135"/>
                  </a:cubicBezTo>
                </a:path>
              </a:pathLst>
            </a:custGeom>
            <a:noFill/>
            <a:ln w="5000"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37" name="Google Shape;1637;p48"/>
          <p:cNvSpPr/>
          <p:nvPr/>
        </p:nvSpPr>
        <p:spPr>
          <a:xfrm>
            <a:off x="4667013" y="4845782"/>
            <a:ext cx="84874" cy="20193"/>
          </a:xfrm>
          <a:custGeom>
            <a:avLst/>
            <a:gdLst/>
            <a:ahLst/>
            <a:cxnLst/>
            <a:rect l="l" t="t" r="r" b="b"/>
            <a:pathLst>
              <a:path w="2669" h="635" fill="none" extrusionOk="0">
                <a:moveTo>
                  <a:pt x="0" y="634"/>
                </a:moveTo>
                <a:cubicBezTo>
                  <a:pt x="0" y="634"/>
                  <a:pt x="567" y="200"/>
                  <a:pt x="1234" y="334"/>
                </a:cubicBezTo>
                <a:cubicBezTo>
                  <a:pt x="1868" y="501"/>
                  <a:pt x="2168" y="0"/>
                  <a:pt x="2435" y="67"/>
                </a:cubicBezTo>
                <a:cubicBezTo>
                  <a:pt x="2669" y="100"/>
                  <a:pt x="2268" y="501"/>
                  <a:pt x="2268" y="501"/>
                </a:cubicBezTo>
              </a:path>
            </a:pathLst>
          </a:custGeom>
          <a:no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8" name="Google Shape;1638;p48"/>
          <p:cNvGrpSpPr/>
          <p:nvPr/>
        </p:nvGrpSpPr>
        <p:grpSpPr>
          <a:xfrm>
            <a:off x="4199966" y="2509909"/>
            <a:ext cx="1242079" cy="2022393"/>
            <a:chOff x="3956325" y="908350"/>
            <a:chExt cx="1042450" cy="1697350"/>
          </a:xfrm>
        </p:grpSpPr>
        <p:sp>
          <p:nvSpPr>
            <p:cNvPr id="1639" name="Google Shape;1639;p48"/>
            <p:cNvSpPr/>
            <p:nvPr/>
          </p:nvSpPr>
          <p:spPr>
            <a:xfrm>
              <a:off x="4715200" y="2429675"/>
              <a:ext cx="155975" cy="176025"/>
            </a:xfrm>
            <a:custGeom>
              <a:avLst/>
              <a:gdLst/>
              <a:ahLst/>
              <a:cxnLst/>
              <a:rect l="l" t="t" r="r" b="b"/>
              <a:pathLst>
                <a:path w="6239" h="7041" extrusionOk="0">
                  <a:moveTo>
                    <a:pt x="101" y="1"/>
                  </a:moveTo>
                  <a:lnTo>
                    <a:pt x="434" y="2269"/>
                  </a:lnTo>
                  <a:cubicBezTo>
                    <a:pt x="434" y="2269"/>
                    <a:pt x="201" y="3837"/>
                    <a:pt x="101" y="4404"/>
                  </a:cubicBezTo>
                  <a:cubicBezTo>
                    <a:pt x="1" y="4971"/>
                    <a:pt x="634" y="6872"/>
                    <a:pt x="634" y="6872"/>
                  </a:cubicBezTo>
                  <a:lnTo>
                    <a:pt x="1135" y="6872"/>
                  </a:lnTo>
                  <a:lnTo>
                    <a:pt x="1035" y="5038"/>
                  </a:lnTo>
                  <a:lnTo>
                    <a:pt x="1035" y="5038"/>
                  </a:lnTo>
                  <a:cubicBezTo>
                    <a:pt x="1035" y="5038"/>
                    <a:pt x="1902" y="5772"/>
                    <a:pt x="2669" y="6272"/>
                  </a:cubicBezTo>
                  <a:cubicBezTo>
                    <a:pt x="3256" y="6699"/>
                    <a:pt x="5060" y="7040"/>
                    <a:pt x="5810" y="7040"/>
                  </a:cubicBezTo>
                  <a:cubicBezTo>
                    <a:pt x="5997" y="7040"/>
                    <a:pt x="6118" y="7019"/>
                    <a:pt x="6138" y="6972"/>
                  </a:cubicBezTo>
                  <a:cubicBezTo>
                    <a:pt x="6238" y="6739"/>
                    <a:pt x="3970" y="4871"/>
                    <a:pt x="3970" y="4871"/>
                  </a:cubicBezTo>
                  <a:lnTo>
                    <a:pt x="3036" y="3070"/>
                  </a:lnTo>
                  <a:lnTo>
                    <a:pt x="2236" y="1"/>
                  </a:lnTo>
                  <a:close/>
                </a:path>
              </a:pathLst>
            </a:custGeom>
            <a:solidFill>
              <a:srgbClr val="E394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8"/>
            <p:cNvSpPr/>
            <p:nvPr/>
          </p:nvSpPr>
          <p:spPr>
            <a:xfrm>
              <a:off x="4715200" y="2506400"/>
              <a:ext cx="155975" cy="99300"/>
            </a:xfrm>
            <a:custGeom>
              <a:avLst/>
              <a:gdLst/>
              <a:ahLst/>
              <a:cxnLst/>
              <a:rect l="l" t="t" r="r" b="b"/>
              <a:pathLst>
                <a:path w="6239" h="3972" extrusionOk="0">
                  <a:moveTo>
                    <a:pt x="3036" y="1"/>
                  </a:moveTo>
                  <a:lnTo>
                    <a:pt x="2136" y="1068"/>
                  </a:lnTo>
                  <a:lnTo>
                    <a:pt x="301" y="34"/>
                  </a:lnTo>
                  <a:cubicBezTo>
                    <a:pt x="234" y="501"/>
                    <a:pt x="167" y="1068"/>
                    <a:pt x="101" y="1335"/>
                  </a:cubicBezTo>
                  <a:cubicBezTo>
                    <a:pt x="1" y="1902"/>
                    <a:pt x="634" y="3803"/>
                    <a:pt x="634" y="3803"/>
                  </a:cubicBezTo>
                  <a:lnTo>
                    <a:pt x="1135" y="3803"/>
                  </a:lnTo>
                  <a:lnTo>
                    <a:pt x="1035" y="1969"/>
                  </a:lnTo>
                  <a:lnTo>
                    <a:pt x="1035" y="1969"/>
                  </a:lnTo>
                  <a:cubicBezTo>
                    <a:pt x="1035" y="1969"/>
                    <a:pt x="1902" y="2703"/>
                    <a:pt x="2669" y="3203"/>
                  </a:cubicBezTo>
                  <a:cubicBezTo>
                    <a:pt x="3256" y="3630"/>
                    <a:pt x="5039" y="3971"/>
                    <a:pt x="5797" y="3971"/>
                  </a:cubicBezTo>
                  <a:cubicBezTo>
                    <a:pt x="5986" y="3971"/>
                    <a:pt x="6112" y="3950"/>
                    <a:pt x="6138" y="3903"/>
                  </a:cubicBezTo>
                  <a:cubicBezTo>
                    <a:pt x="6238" y="3670"/>
                    <a:pt x="3970" y="1802"/>
                    <a:pt x="3970" y="1802"/>
                  </a:cubicBezTo>
                  <a:lnTo>
                    <a:pt x="30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8"/>
            <p:cNvSpPr/>
            <p:nvPr/>
          </p:nvSpPr>
          <p:spPr>
            <a:xfrm>
              <a:off x="4299900" y="2429675"/>
              <a:ext cx="155975" cy="176025"/>
            </a:xfrm>
            <a:custGeom>
              <a:avLst/>
              <a:gdLst/>
              <a:ahLst/>
              <a:cxnLst/>
              <a:rect l="l" t="t" r="r" b="b"/>
              <a:pathLst>
                <a:path w="6239" h="7041" extrusionOk="0">
                  <a:moveTo>
                    <a:pt x="668" y="1"/>
                  </a:moveTo>
                  <a:lnTo>
                    <a:pt x="434" y="2269"/>
                  </a:lnTo>
                  <a:cubicBezTo>
                    <a:pt x="434" y="2269"/>
                    <a:pt x="201" y="3837"/>
                    <a:pt x="101" y="4404"/>
                  </a:cubicBezTo>
                  <a:cubicBezTo>
                    <a:pt x="1" y="4971"/>
                    <a:pt x="635" y="6872"/>
                    <a:pt x="635" y="6872"/>
                  </a:cubicBezTo>
                  <a:lnTo>
                    <a:pt x="1135" y="6872"/>
                  </a:lnTo>
                  <a:lnTo>
                    <a:pt x="1035" y="5038"/>
                  </a:lnTo>
                  <a:lnTo>
                    <a:pt x="1035" y="5038"/>
                  </a:lnTo>
                  <a:cubicBezTo>
                    <a:pt x="1035" y="5038"/>
                    <a:pt x="1902" y="5772"/>
                    <a:pt x="2669" y="6272"/>
                  </a:cubicBezTo>
                  <a:cubicBezTo>
                    <a:pt x="3256" y="6699"/>
                    <a:pt x="5039" y="7040"/>
                    <a:pt x="5797" y="7040"/>
                  </a:cubicBezTo>
                  <a:cubicBezTo>
                    <a:pt x="5986" y="7040"/>
                    <a:pt x="6112" y="7019"/>
                    <a:pt x="6139" y="6972"/>
                  </a:cubicBezTo>
                  <a:cubicBezTo>
                    <a:pt x="6239" y="6739"/>
                    <a:pt x="3970" y="4871"/>
                    <a:pt x="3970" y="4871"/>
                  </a:cubicBezTo>
                  <a:lnTo>
                    <a:pt x="3036" y="3070"/>
                  </a:lnTo>
                  <a:lnTo>
                    <a:pt x="2803" y="1"/>
                  </a:lnTo>
                  <a:close/>
                </a:path>
              </a:pathLst>
            </a:custGeom>
            <a:solidFill>
              <a:srgbClr val="E394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8"/>
            <p:cNvSpPr/>
            <p:nvPr/>
          </p:nvSpPr>
          <p:spPr>
            <a:xfrm>
              <a:off x="4299900" y="2506400"/>
              <a:ext cx="155975" cy="99300"/>
            </a:xfrm>
            <a:custGeom>
              <a:avLst/>
              <a:gdLst/>
              <a:ahLst/>
              <a:cxnLst/>
              <a:rect l="l" t="t" r="r" b="b"/>
              <a:pathLst>
                <a:path w="6239" h="3972" extrusionOk="0">
                  <a:moveTo>
                    <a:pt x="3036" y="1"/>
                  </a:moveTo>
                  <a:lnTo>
                    <a:pt x="2102" y="1068"/>
                  </a:lnTo>
                  <a:lnTo>
                    <a:pt x="301" y="34"/>
                  </a:lnTo>
                  <a:cubicBezTo>
                    <a:pt x="234" y="501"/>
                    <a:pt x="168" y="1068"/>
                    <a:pt x="101" y="1335"/>
                  </a:cubicBezTo>
                  <a:cubicBezTo>
                    <a:pt x="1" y="1902"/>
                    <a:pt x="635" y="3803"/>
                    <a:pt x="635" y="3803"/>
                  </a:cubicBezTo>
                  <a:lnTo>
                    <a:pt x="1135" y="3803"/>
                  </a:lnTo>
                  <a:lnTo>
                    <a:pt x="1035" y="1969"/>
                  </a:lnTo>
                  <a:lnTo>
                    <a:pt x="1035" y="1969"/>
                  </a:lnTo>
                  <a:cubicBezTo>
                    <a:pt x="1035" y="1969"/>
                    <a:pt x="1902" y="2703"/>
                    <a:pt x="2669" y="3203"/>
                  </a:cubicBezTo>
                  <a:cubicBezTo>
                    <a:pt x="3256" y="3630"/>
                    <a:pt x="5039" y="3971"/>
                    <a:pt x="5797" y="3971"/>
                  </a:cubicBezTo>
                  <a:cubicBezTo>
                    <a:pt x="5986" y="3971"/>
                    <a:pt x="6112" y="3950"/>
                    <a:pt x="6139" y="3903"/>
                  </a:cubicBezTo>
                  <a:cubicBezTo>
                    <a:pt x="6239" y="3670"/>
                    <a:pt x="3970" y="1802"/>
                    <a:pt x="3970" y="1802"/>
                  </a:cubicBezTo>
                  <a:lnTo>
                    <a:pt x="30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8"/>
            <p:cNvSpPr/>
            <p:nvPr/>
          </p:nvSpPr>
          <p:spPr>
            <a:xfrm>
              <a:off x="4294900" y="1425625"/>
              <a:ext cx="492875" cy="1014100"/>
            </a:xfrm>
            <a:custGeom>
              <a:avLst/>
              <a:gdLst/>
              <a:ahLst/>
              <a:cxnLst/>
              <a:rect l="l" t="t" r="r" b="b"/>
              <a:pathLst>
                <a:path w="19715" h="40564" extrusionOk="0">
                  <a:moveTo>
                    <a:pt x="1602" y="1"/>
                  </a:moveTo>
                  <a:cubicBezTo>
                    <a:pt x="1602" y="1"/>
                    <a:pt x="534" y="3203"/>
                    <a:pt x="368" y="6806"/>
                  </a:cubicBezTo>
                  <a:cubicBezTo>
                    <a:pt x="201" y="10441"/>
                    <a:pt x="735" y="19581"/>
                    <a:pt x="534" y="22550"/>
                  </a:cubicBezTo>
                  <a:cubicBezTo>
                    <a:pt x="334" y="25519"/>
                    <a:pt x="1" y="40563"/>
                    <a:pt x="1" y="40563"/>
                  </a:cubicBezTo>
                  <a:lnTo>
                    <a:pt x="4237" y="40563"/>
                  </a:lnTo>
                  <a:cubicBezTo>
                    <a:pt x="4237" y="40563"/>
                    <a:pt x="6740" y="15249"/>
                    <a:pt x="7119" y="15249"/>
                  </a:cubicBezTo>
                  <a:cubicBezTo>
                    <a:pt x="7127" y="15249"/>
                    <a:pt x="7133" y="15258"/>
                    <a:pt x="7139" y="15278"/>
                  </a:cubicBezTo>
                  <a:cubicBezTo>
                    <a:pt x="7473" y="16346"/>
                    <a:pt x="11209" y="23818"/>
                    <a:pt x="11642" y="25085"/>
                  </a:cubicBezTo>
                  <a:cubicBezTo>
                    <a:pt x="12076" y="26353"/>
                    <a:pt x="13043" y="31223"/>
                    <a:pt x="13510" y="33258"/>
                  </a:cubicBezTo>
                  <a:cubicBezTo>
                    <a:pt x="13977" y="35259"/>
                    <a:pt x="16246" y="40563"/>
                    <a:pt x="16246" y="40563"/>
                  </a:cubicBezTo>
                  <a:lnTo>
                    <a:pt x="19715" y="40563"/>
                  </a:lnTo>
                  <a:cubicBezTo>
                    <a:pt x="19715" y="40563"/>
                    <a:pt x="17580" y="27520"/>
                    <a:pt x="16512" y="24251"/>
                  </a:cubicBezTo>
                  <a:cubicBezTo>
                    <a:pt x="15445" y="21016"/>
                    <a:pt x="11642" y="4471"/>
                    <a:pt x="11642" y="4471"/>
                  </a:cubicBezTo>
                  <a:lnTo>
                    <a:pt x="11642" y="301"/>
                  </a:lnTo>
                  <a:lnTo>
                    <a:pt x="16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8"/>
            <p:cNvSpPr/>
            <p:nvPr/>
          </p:nvSpPr>
          <p:spPr>
            <a:xfrm>
              <a:off x="4473375" y="1442300"/>
              <a:ext cx="45875" cy="365300"/>
            </a:xfrm>
            <a:custGeom>
              <a:avLst/>
              <a:gdLst/>
              <a:ahLst/>
              <a:cxnLst/>
              <a:rect l="l" t="t" r="r" b="b"/>
              <a:pathLst>
                <a:path w="1835" h="14612" fill="none" extrusionOk="0">
                  <a:moveTo>
                    <a:pt x="1835" y="1"/>
                  </a:moveTo>
                  <a:cubicBezTo>
                    <a:pt x="1835" y="1"/>
                    <a:pt x="1401" y="3203"/>
                    <a:pt x="1401" y="4004"/>
                  </a:cubicBezTo>
                  <a:cubicBezTo>
                    <a:pt x="1434" y="4838"/>
                    <a:pt x="1401" y="6038"/>
                    <a:pt x="1401" y="6038"/>
                  </a:cubicBezTo>
                  <a:cubicBezTo>
                    <a:pt x="1301" y="8007"/>
                    <a:pt x="0" y="14611"/>
                    <a:pt x="0" y="14611"/>
                  </a:cubicBezTo>
                </a:path>
              </a:pathLst>
            </a:custGeom>
            <a:solidFill>
              <a:schemeClr val="dk1"/>
            </a:solidFill>
            <a:ln w="6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8"/>
            <p:cNvSpPr/>
            <p:nvPr/>
          </p:nvSpPr>
          <p:spPr>
            <a:xfrm>
              <a:off x="4700200" y="2404675"/>
              <a:ext cx="81750" cy="25"/>
            </a:xfrm>
            <a:custGeom>
              <a:avLst/>
              <a:gdLst/>
              <a:ahLst/>
              <a:cxnLst/>
              <a:rect l="l" t="t" r="r" b="b"/>
              <a:pathLst>
                <a:path w="3270" h="1" fill="none" extrusionOk="0">
                  <a:moveTo>
                    <a:pt x="0" y="0"/>
                  </a:moveTo>
                  <a:lnTo>
                    <a:pt x="3269" y="0"/>
                  </a:lnTo>
                </a:path>
              </a:pathLst>
            </a:custGeom>
            <a:noFill/>
            <a:ln w="6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8"/>
            <p:cNvSpPr/>
            <p:nvPr/>
          </p:nvSpPr>
          <p:spPr>
            <a:xfrm>
              <a:off x="4324100" y="2404675"/>
              <a:ext cx="81750" cy="25"/>
            </a:xfrm>
            <a:custGeom>
              <a:avLst/>
              <a:gdLst/>
              <a:ahLst/>
              <a:cxnLst/>
              <a:rect l="l" t="t" r="r" b="b"/>
              <a:pathLst>
                <a:path w="3270" h="1" fill="none" extrusionOk="0">
                  <a:moveTo>
                    <a:pt x="0" y="0"/>
                  </a:moveTo>
                  <a:lnTo>
                    <a:pt x="3269" y="0"/>
                  </a:lnTo>
                </a:path>
              </a:pathLst>
            </a:custGeom>
            <a:noFill/>
            <a:ln w="6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8"/>
            <p:cNvSpPr/>
            <p:nvPr/>
          </p:nvSpPr>
          <p:spPr>
            <a:xfrm>
              <a:off x="4419150" y="1537375"/>
              <a:ext cx="137625" cy="16700"/>
            </a:xfrm>
            <a:custGeom>
              <a:avLst/>
              <a:gdLst/>
              <a:ahLst/>
              <a:cxnLst/>
              <a:rect l="l" t="t" r="r" b="b"/>
              <a:pathLst>
                <a:path w="5505" h="668" fill="none" extrusionOk="0">
                  <a:moveTo>
                    <a:pt x="5505" y="1"/>
                  </a:moveTo>
                  <a:cubicBezTo>
                    <a:pt x="5505" y="1"/>
                    <a:pt x="201" y="668"/>
                    <a:pt x="1" y="201"/>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8"/>
            <p:cNvSpPr/>
            <p:nvPr/>
          </p:nvSpPr>
          <p:spPr>
            <a:xfrm>
              <a:off x="4426675" y="1559050"/>
              <a:ext cx="130100" cy="32550"/>
            </a:xfrm>
            <a:custGeom>
              <a:avLst/>
              <a:gdLst/>
              <a:ahLst/>
              <a:cxnLst/>
              <a:rect l="l" t="t" r="r" b="b"/>
              <a:pathLst>
                <a:path w="5204" h="1302" fill="none" extrusionOk="0">
                  <a:moveTo>
                    <a:pt x="5204" y="1"/>
                  </a:moveTo>
                  <a:lnTo>
                    <a:pt x="0" y="1302"/>
                  </a:ln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8"/>
            <p:cNvSpPr/>
            <p:nvPr/>
          </p:nvSpPr>
          <p:spPr>
            <a:xfrm>
              <a:off x="3956325" y="1873125"/>
              <a:ext cx="386150" cy="318350"/>
            </a:xfrm>
            <a:custGeom>
              <a:avLst/>
              <a:gdLst/>
              <a:ahLst/>
              <a:cxnLst/>
              <a:rect l="l" t="t" r="r" b="b"/>
              <a:pathLst>
                <a:path w="15446" h="12734" extrusionOk="0">
                  <a:moveTo>
                    <a:pt x="3273" y="1"/>
                  </a:moveTo>
                  <a:cubicBezTo>
                    <a:pt x="2979" y="1"/>
                    <a:pt x="2690" y="190"/>
                    <a:pt x="2603" y="480"/>
                  </a:cubicBezTo>
                  <a:lnTo>
                    <a:pt x="134" y="9087"/>
                  </a:lnTo>
                  <a:cubicBezTo>
                    <a:pt x="1" y="9454"/>
                    <a:pt x="234" y="9854"/>
                    <a:pt x="634" y="9921"/>
                  </a:cubicBezTo>
                  <a:lnTo>
                    <a:pt x="13177" y="12723"/>
                  </a:lnTo>
                  <a:cubicBezTo>
                    <a:pt x="13219" y="12730"/>
                    <a:pt x="13261" y="12734"/>
                    <a:pt x="13303" y="12734"/>
                  </a:cubicBezTo>
                  <a:cubicBezTo>
                    <a:pt x="13630" y="12734"/>
                    <a:pt x="13948" y="12510"/>
                    <a:pt x="13977" y="12156"/>
                  </a:cubicBezTo>
                  <a:lnTo>
                    <a:pt x="15378" y="3316"/>
                  </a:lnTo>
                  <a:cubicBezTo>
                    <a:pt x="15445" y="2982"/>
                    <a:pt x="15212" y="2649"/>
                    <a:pt x="14845" y="2549"/>
                  </a:cubicBezTo>
                  <a:lnTo>
                    <a:pt x="3403" y="13"/>
                  </a:lnTo>
                  <a:cubicBezTo>
                    <a:pt x="3360" y="5"/>
                    <a:pt x="3316" y="1"/>
                    <a:pt x="32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8"/>
            <p:cNvSpPr/>
            <p:nvPr/>
          </p:nvSpPr>
          <p:spPr>
            <a:xfrm>
              <a:off x="4030550" y="1886800"/>
              <a:ext cx="292725" cy="177650"/>
            </a:xfrm>
            <a:custGeom>
              <a:avLst/>
              <a:gdLst/>
              <a:ahLst/>
              <a:cxnLst/>
              <a:rect l="l" t="t" r="r" b="b"/>
              <a:pathLst>
                <a:path w="11709" h="7106" fill="none" extrusionOk="0">
                  <a:moveTo>
                    <a:pt x="11709" y="2602"/>
                  </a:moveTo>
                  <a:lnTo>
                    <a:pt x="5671" y="6738"/>
                  </a:lnTo>
                  <a:cubicBezTo>
                    <a:pt x="5137" y="7105"/>
                    <a:pt x="4404" y="6939"/>
                    <a:pt x="4037" y="6405"/>
                  </a:cubicBezTo>
                  <a:lnTo>
                    <a:pt x="0" y="0"/>
                  </a:lnTo>
                </a:path>
              </a:pathLst>
            </a:custGeom>
            <a:noFill/>
            <a:ln w="6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8"/>
            <p:cNvSpPr/>
            <p:nvPr/>
          </p:nvSpPr>
          <p:spPr>
            <a:xfrm>
              <a:off x="4109775" y="1844250"/>
              <a:ext cx="154300" cy="83425"/>
            </a:xfrm>
            <a:custGeom>
              <a:avLst/>
              <a:gdLst/>
              <a:ahLst/>
              <a:cxnLst/>
              <a:rect l="l" t="t" r="r" b="b"/>
              <a:pathLst>
                <a:path w="6172" h="3337" fill="none" extrusionOk="0">
                  <a:moveTo>
                    <a:pt x="0" y="2036"/>
                  </a:moveTo>
                  <a:cubicBezTo>
                    <a:pt x="301" y="735"/>
                    <a:pt x="1835" y="1"/>
                    <a:pt x="3470" y="335"/>
                  </a:cubicBezTo>
                  <a:cubicBezTo>
                    <a:pt x="5071" y="701"/>
                    <a:pt x="6171" y="2036"/>
                    <a:pt x="5871" y="3337"/>
                  </a:cubicBezTo>
                </a:path>
              </a:pathLst>
            </a:custGeom>
            <a:noFill/>
            <a:ln w="667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8"/>
            <p:cNvSpPr/>
            <p:nvPr/>
          </p:nvSpPr>
          <p:spPr>
            <a:xfrm>
              <a:off x="4147300" y="2022725"/>
              <a:ext cx="19200" cy="19200"/>
            </a:xfrm>
            <a:custGeom>
              <a:avLst/>
              <a:gdLst/>
              <a:ahLst/>
              <a:cxnLst/>
              <a:rect l="l" t="t" r="r" b="b"/>
              <a:pathLst>
                <a:path w="768" h="768" extrusionOk="0">
                  <a:moveTo>
                    <a:pt x="401" y="0"/>
                  </a:moveTo>
                  <a:cubicBezTo>
                    <a:pt x="167" y="0"/>
                    <a:pt x="0" y="167"/>
                    <a:pt x="0" y="367"/>
                  </a:cubicBezTo>
                  <a:cubicBezTo>
                    <a:pt x="0" y="601"/>
                    <a:pt x="167" y="768"/>
                    <a:pt x="401" y="768"/>
                  </a:cubicBezTo>
                  <a:cubicBezTo>
                    <a:pt x="601" y="768"/>
                    <a:pt x="768" y="601"/>
                    <a:pt x="768" y="367"/>
                  </a:cubicBezTo>
                  <a:cubicBezTo>
                    <a:pt x="768" y="167"/>
                    <a:pt x="601" y="0"/>
                    <a:pt x="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8"/>
            <p:cNvSpPr/>
            <p:nvPr/>
          </p:nvSpPr>
          <p:spPr>
            <a:xfrm>
              <a:off x="4781925" y="1419675"/>
              <a:ext cx="216850" cy="63525"/>
            </a:xfrm>
            <a:custGeom>
              <a:avLst/>
              <a:gdLst/>
              <a:ahLst/>
              <a:cxnLst/>
              <a:rect l="l" t="t" r="r" b="b"/>
              <a:pathLst>
                <a:path w="8674" h="2541" extrusionOk="0">
                  <a:moveTo>
                    <a:pt x="6599" y="1"/>
                  </a:moveTo>
                  <a:cubicBezTo>
                    <a:pt x="6571" y="1"/>
                    <a:pt x="6540" y="2"/>
                    <a:pt x="6505" y="5"/>
                  </a:cubicBezTo>
                  <a:cubicBezTo>
                    <a:pt x="6138" y="5"/>
                    <a:pt x="5671" y="239"/>
                    <a:pt x="5104" y="572"/>
                  </a:cubicBezTo>
                  <a:cubicBezTo>
                    <a:pt x="4503" y="872"/>
                    <a:pt x="4570" y="906"/>
                    <a:pt x="3936" y="906"/>
                  </a:cubicBezTo>
                  <a:cubicBezTo>
                    <a:pt x="3303" y="906"/>
                    <a:pt x="567" y="205"/>
                    <a:pt x="567" y="205"/>
                  </a:cubicBezTo>
                  <a:lnTo>
                    <a:pt x="0" y="2540"/>
                  </a:lnTo>
                  <a:cubicBezTo>
                    <a:pt x="0" y="2540"/>
                    <a:pt x="2162" y="2228"/>
                    <a:pt x="3631" y="2228"/>
                  </a:cubicBezTo>
                  <a:cubicBezTo>
                    <a:pt x="4023" y="2228"/>
                    <a:pt x="4365" y="2251"/>
                    <a:pt x="4604" y="2307"/>
                  </a:cubicBezTo>
                  <a:cubicBezTo>
                    <a:pt x="4942" y="2389"/>
                    <a:pt x="5265" y="2430"/>
                    <a:pt x="5564" y="2430"/>
                  </a:cubicBezTo>
                  <a:cubicBezTo>
                    <a:pt x="6235" y="2430"/>
                    <a:pt x="6782" y="2222"/>
                    <a:pt x="7105" y="1806"/>
                  </a:cubicBezTo>
                  <a:cubicBezTo>
                    <a:pt x="7572" y="1239"/>
                    <a:pt x="8073" y="1073"/>
                    <a:pt x="8340" y="806"/>
                  </a:cubicBezTo>
                  <a:cubicBezTo>
                    <a:pt x="8573" y="539"/>
                    <a:pt x="8673" y="472"/>
                    <a:pt x="8506" y="305"/>
                  </a:cubicBezTo>
                  <a:cubicBezTo>
                    <a:pt x="8480" y="279"/>
                    <a:pt x="8446" y="268"/>
                    <a:pt x="8406" y="268"/>
                  </a:cubicBezTo>
                  <a:cubicBezTo>
                    <a:pt x="8192" y="268"/>
                    <a:pt x="7799" y="588"/>
                    <a:pt x="7406" y="672"/>
                  </a:cubicBezTo>
                  <a:cubicBezTo>
                    <a:pt x="7209" y="733"/>
                    <a:pt x="7026" y="752"/>
                    <a:pt x="6854" y="752"/>
                  </a:cubicBezTo>
                  <a:cubicBezTo>
                    <a:pt x="6646" y="752"/>
                    <a:pt x="6454" y="724"/>
                    <a:pt x="6271" y="706"/>
                  </a:cubicBezTo>
                  <a:cubicBezTo>
                    <a:pt x="5938" y="672"/>
                    <a:pt x="6238" y="405"/>
                    <a:pt x="6505" y="272"/>
                  </a:cubicBezTo>
                  <a:cubicBezTo>
                    <a:pt x="6779" y="150"/>
                    <a:pt x="6886" y="1"/>
                    <a:pt x="6599" y="1"/>
                  </a:cubicBezTo>
                  <a:close/>
                </a:path>
              </a:pathLst>
            </a:custGeom>
            <a:solidFill>
              <a:srgbClr val="F8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8"/>
            <p:cNvSpPr/>
            <p:nvPr/>
          </p:nvSpPr>
          <p:spPr>
            <a:xfrm>
              <a:off x="4415825" y="925000"/>
              <a:ext cx="140125" cy="237975"/>
            </a:xfrm>
            <a:custGeom>
              <a:avLst/>
              <a:gdLst/>
              <a:ahLst/>
              <a:cxnLst/>
              <a:rect l="l" t="t" r="r" b="b"/>
              <a:pathLst>
                <a:path w="5605" h="9519" extrusionOk="0">
                  <a:moveTo>
                    <a:pt x="3902" y="0"/>
                  </a:moveTo>
                  <a:cubicBezTo>
                    <a:pt x="3527" y="0"/>
                    <a:pt x="2978" y="167"/>
                    <a:pt x="2202" y="745"/>
                  </a:cubicBezTo>
                  <a:cubicBezTo>
                    <a:pt x="367" y="2079"/>
                    <a:pt x="1235" y="4848"/>
                    <a:pt x="1235" y="4848"/>
                  </a:cubicBezTo>
                  <a:lnTo>
                    <a:pt x="0" y="8417"/>
                  </a:lnTo>
                  <a:cubicBezTo>
                    <a:pt x="1368" y="9285"/>
                    <a:pt x="4137" y="9518"/>
                    <a:pt x="4137" y="9518"/>
                  </a:cubicBezTo>
                  <a:lnTo>
                    <a:pt x="3837" y="5115"/>
                  </a:lnTo>
                  <a:cubicBezTo>
                    <a:pt x="3837" y="5115"/>
                    <a:pt x="4437" y="5082"/>
                    <a:pt x="5004" y="4781"/>
                  </a:cubicBezTo>
                  <a:cubicBezTo>
                    <a:pt x="5604" y="4481"/>
                    <a:pt x="5371" y="2980"/>
                    <a:pt x="5371" y="2980"/>
                  </a:cubicBezTo>
                  <a:cubicBezTo>
                    <a:pt x="5037" y="2780"/>
                    <a:pt x="4871" y="2046"/>
                    <a:pt x="4670" y="1446"/>
                  </a:cubicBezTo>
                  <a:lnTo>
                    <a:pt x="4604" y="312"/>
                  </a:lnTo>
                  <a:cubicBezTo>
                    <a:pt x="4604" y="312"/>
                    <a:pt x="4415" y="0"/>
                    <a:pt x="3902" y="0"/>
                  </a:cubicBezTo>
                  <a:close/>
                </a:path>
              </a:pathLst>
            </a:custGeom>
            <a:solidFill>
              <a:srgbClr val="F8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8"/>
            <p:cNvSpPr/>
            <p:nvPr/>
          </p:nvSpPr>
          <p:spPr>
            <a:xfrm>
              <a:off x="4213175" y="1093725"/>
              <a:ext cx="545425" cy="493700"/>
            </a:xfrm>
            <a:custGeom>
              <a:avLst/>
              <a:gdLst/>
              <a:ahLst/>
              <a:cxnLst/>
              <a:rect l="l" t="t" r="r" b="b"/>
              <a:pathLst>
                <a:path w="21817" h="19748" extrusionOk="0">
                  <a:moveTo>
                    <a:pt x="8407" y="1"/>
                  </a:moveTo>
                  <a:cubicBezTo>
                    <a:pt x="8340" y="34"/>
                    <a:pt x="7940" y="768"/>
                    <a:pt x="7940" y="768"/>
                  </a:cubicBezTo>
                  <a:cubicBezTo>
                    <a:pt x="7940" y="768"/>
                    <a:pt x="6372" y="1368"/>
                    <a:pt x="5538" y="2035"/>
                  </a:cubicBezTo>
                  <a:cubicBezTo>
                    <a:pt x="4704" y="2669"/>
                    <a:pt x="3970" y="3003"/>
                    <a:pt x="3170" y="5004"/>
                  </a:cubicBezTo>
                  <a:cubicBezTo>
                    <a:pt x="2669" y="6338"/>
                    <a:pt x="1335" y="12009"/>
                    <a:pt x="1001" y="13677"/>
                  </a:cubicBezTo>
                  <a:cubicBezTo>
                    <a:pt x="634" y="15345"/>
                    <a:pt x="1" y="18981"/>
                    <a:pt x="1" y="18981"/>
                  </a:cubicBezTo>
                  <a:lnTo>
                    <a:pt x="4204" y="19748"/>
                  </a:lnTo>
                  <a:cubicBezTo>
                    <a:pt x="4204" y="19748"/>
                    <a:pt x="5371" y="17780"/>
                    <a:pt x="5505" y="16479"/>
                  </a:cubicBezTo>
                  <a:cubicBezTo>
                    <a:pt x="5671" y="15178"/>
                    <a:pt x="6172" y="14111"/>
                    <a:pt x="6172" y="14111"/>
                  </a:cubicBezTo>
                  <a:cubicBezTo>
                    <a:pt x="6172" y="14111"/>
                    <a:pt x="8391" y="14252"/>
                    <a:pt x="10131" y="14252"/>
                  </a:cubicBezTo>
                  <a:cubicBezTo>
                    <a:pt x="10628" y="14252"/>
                    <a:pt x="11086" y="14240"/>
                    <a:pt x="11442" y="14211"/>
                  </a:cubicBezTo>
                  <a:cubicBezTo>
                    <a:pt x="13077" y="14077"/>
                    <a:pt x="14745" y="14144"/>
                    <a:pt x="15545" y="13577"/>
                  </a:cubicBezTo>
                  <a:cubicBezTo>
                    <a:pt x="15545" y="13577"/>
                    <a:pt x="15912" y="15578"/>
                    <a:pt x="17647" y="16012"/>
                  </a:cubicBezTo>
                  <a:cubicBezTo>
                    <a:pt x="19381" y="16446"/>
                    <a:pt x="20782" y="16612"/>
                    <a:pt x="20782" y="16612"/>
                  </a:cubicBezTo>
                  <a:lnTo>
                    <a:pt x="21816" y="12610"/>
                  </a:lnTo>
                  <a:lnTo>
                    <a:pt x="20248" y="12009"/>
                  </a:lnTo>
                  <a:cubicBezTo>
                    <a:pt x="20248" y="12009"/>
                    <a:pt x="20274" y="11358"/>
                    <a:pt x="19889" y="11358"/>
                  </a:cubicBezTo>
                  <a:cubicBezTo>
                    <a:pt x="19830" y="11358"/>
                    <a:pt x="19761" y="11373"/>
                    <a:pt x="19681" y="11409"/>
                  </a:cubicBezTo>
                  <a:cubicBezTo>
                    <a:pt x="19681" y="11409"/>
                    <a:pt x="17580" y="7839"/>
                    <a:pt x="17246" y="6805"/>
                  </a:cubicBezTo>
                  <a:cubicBezTo>
                    <a:pt x="16913" y="5738"/>
                    <a:pt x="15478" y="2769"/>
                    <a:pt x="14711" y="2302"/>
                  </a:cubicBezTo>
                  <a:cubicBezTo>
                    <a:pt x="13911" y="1835"/>
                    <a:pt x="13143" y="1635"/>
                    <a:pt x="13143" y="1635"/>
                  </a:cubicBezTo>
                  <a:lnTo>
                    <a:pt x="13310" y="1135"/>
                  </a:lnTo>
                  <a:cubicBezTo>
                    <a:pt x="13410" y="968"/>
                    <a:pt x="13277" y="801"/>
                    <a:pt x="13077" y="768"/>
                  </a:cubicBezTo>
                  <a:lnTo>
                    <a:pt x="12109" y="701"/>
                  </a:lnTo>
                  <a:lnTo>
                    <a:pt x="11576" y="2302"/>
                  </a:lnTo>
                  <a:lnTo>
                    <a:pt x="11075" y="1035"/>
                  </a:lnTo>
                  <a:cubicBezTo>
                    <a:pt x="11009" y="834"/>
                    <a:pt x="10842" y="701"/>
                    <a:pt x="10642" y="701"/>
                  </a:cubicBezTo>
                  <a:cubicBezTo>
                    <a:pt x="9107" y="601"/>
                    <a:pt x="8407" y="1"/>
                    <a:pt x="84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8"/>
            <p:cNvSpPr/>
            <p:nvPr/>
          </p:nvSpPr>
          <p:spPr>
            <a:xfrm>
              <a:off x="4415825" y="1117075"/>
              <a:ext cx="65075" cy="48400"/>
            </a:xfrm>
            <a:custGeom>
              <a:avLst/>
              <a:gdLst/>
              <a:ahLst/>
              <a:cxnLst/>
              <a:rect l="l" t="t" r="r" b="b"/>
              <a:pathLst>
                <a:path w="2603" h="1936" fill="none" extrusionOk="0">
                  <a:moveTo>
                    <a:pt x="2602" y="201"/>
                  </a:moveTo>
                  <a:lnTo>
                    <a:pt x="2002" y="1935"/>
                  </a:lnTo>
                  <a:cubicBezTo>
                    <a:pt x="2002" y="1935"/>
                    <a:pt x="1001" y="1668"/>
                    <a:pt x="0" y="1"/>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8"/>
            <p:cNvSpPr/>
            <p:nvPr/>
          </p:nvSpPr>
          <p:spPr>
            <a:xfrm>
              <a:off x="4532575" y="1121250"/>
              <a:ext cx="9200" cy="47550"/>
            </a:xfrm>
            <a:custGeom>
              <a:avLst/>
              <a:gdLst/>
              <a:ahLst/>
              <a:cxnLst/>
              <a:rect l="l" t="t" r="r" b="b"/>
              <a:pathLst>
                <a:path w="368" h="1902" fill="none" extrusionOk="0">
                  <a:moveTo>
                    <a:pt x="0" y="0"/>
                  </a:moveTo>
                  <a:lnTo>
                    <a:pt x="0" y="1902"/>
                  </a:lnTo>
                  <a:lnTo>
                    <a:pt x="367" y="534"/>
                  </a:ln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8"/>
            <p:cNvSpPr/>
            <p:nvPr/>
          </p:nvSpPr>
          <p:spPr>
            <a:xfrm>
              <a:off x="4503375" y="1161275"/>
              <a:ext cx="37575" cy="283550"/>
            </a:xfrm>
            <a:custGeom>
              <a:avLst/>
              <a:gdLst/>
              <a:ahLst/>
              <a:cxnLst/>
              <a:rect l="l" t="t" r="r" b="b"/>
              <a:pathLst>
                <a:path w="1503" h="11342" fill="none" extrusionOk="0">
                  <a:moveTo>
                    <a:pt x="1" y="0"/>
                  </a:moveTo>
                  <a:cubicBezTo>
                    <a:pt x="34" y="901"/>
                    <a:pt x="134" y="1001"/>
                    <a:pt x="68" y="2169"/>
                  </a:cubicBezTo>
                  <a:cubicBezTo>
                    <a:pt x="34" y="3336"/>
                    <a:pt x="535" y="4804"/>
                    <a:pt x="802" y="6505"/>
                  </a:cubicBezTo>
                  <a:cubicBezTo>
                    <a:pt x="1102" y="8206"/>
                    <a:pt x="1502" y="10708"/>
                    <a:pt x="1168" y="11342"/>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8"/>
            <p:cNvSpPr/>
            <p:nvPr/>
          </p:nvSpPr>
          <p:spPr>
            <a:xfrm>
              <a:off x="4696025" y="1388100"/>
              <a:ext cx="8375" cy="19200"/>
            </a:xfrm>
            <a:custGeom>
              <a:avLst/>
              <a:gdLst/>
              <a:ahLst/>
              <a:cxnLst/>
              <a:rect l="l" t="t" r="r" b="b"/>
              <a:pathLst>
                <a:path w="335" h="768" fill="none" extrusionOk="0">
                  <a:moveTo>
                    <a:pt x="334" y="1"/>
                  </a:moveTo>
                  <a:cubicBezTo>
                    <a:pt x="334" y="1"/>
                    <a:pt x="0" y="701"/>
                    <a:pt x="0" y="768"/>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8"/>
            <p:cNvSpPr/>
            <p:nvPr/>
          </p:nvSpPr>
          <p:spPr>
            <a:xfrm>
              <a:off x="4711875" y="1403125"/>
              <a:ext cx="2525" cy="21700"/>
            </a:xfrm>
            <a:custGeom>
              <a:avLst/>
              <a:gdLst/>
              <a:ahLst/>
              <a:cxnLst/>
              <a:rect l="l" t="t" r="r" b="b"/>
              <a:pathLst>
                <a:path w="101" h="868" fill="none" extrusionOk="0">
                  <a:moveTo>
                    <a:pt x="100" y="0"/>
                  </a:moveTo>
                  <a:lnTo>
                    <a:pt x="0" y="867"/>
                  </a:ln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8"/>
            <p:cNvSpPr/>
            <p:nvPr/>
          </p:nvSpPr>
          <p:spPr>
            <a:xfrm>
              <a:off x="4298250" y="1446475"/>
              <a:ext cx="43375" cy="15875"/>
            </a:xfrm>
            <a:custGeom>
              <a:avLst/>
              <a:gdLst/>
              <a:ahLst/>
              <a:cxnLst/>
              <a:rect l="l" t="t" r="r" b="b"/>
              <a:pathLst>
                <a:path w="1735" h="635" fill="none" extrusionOk="0">
                  <a:moveTo>
                    <a:pt x="1735" y="634"/>
                  </a:moveTo>
                  <a:cubicBezTo>
                    <a:pt x="1134" y="267"/>
                    <a:pt x="134" y="1"/>
                    <a:pt x="0" y="1"/>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8"/>
            <p:cNvSpPr/>
            <p:nvPr/>
          </p:nvSpPr>
          <p:spPr>
            <a:xfrm>
              <a:off x="4274050" y="1462325"/>
              <a:ext cx="67575" cy="14200"/>
            </a:xfrm>
            <a:custGeom>
              <a:avLst/>
              <a:gdLst/>
              <a:ahLst/>
              <a:cxnLst/>
              <a:rect l="l" t="t" r="r" b="b"/>
              <a:pathLst>
                <a:path w="2703" h="568" fill="none" extrusionOk="0">
                  <a:moveTo>
                    <a:pt x="2703" y="467"/>
                  </a:moveTo>
                  <a:cubicBezTo>
                    <a:pt x="2703" y="467"/>
                    <a:pt x="434" y="567"/>
                    <a:pt x="1" y="0"/>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8"/>
            <p:cNvSpPr/>
            <p:nvPr/>
          </p:nvSpPr>
          <p:spPr>
            <a:xfrm>
              <a:off x="4555925" y="1222150"/>
              <a:ext cx="49225" cy="75925"/>
            </a:xfrm>
            <a:custGeom>
              <a:avLst/>
              <a:gdLst/>
              <a:ahLst/>
              <a:cxnLst/>
              <a:rect l="l" t="t" r="r" b="b"/>
              <a:pathLst>
                <a:path w="1969" h="3037" fill="none" extrusionOk="0">
                  <a:moveTo>
                    <a:pt x="1969" y="201"/>
                  </a:moveTo>
                  <a:cubicBezTo>
                    <a:pt x="501" y="1"/>
                    <a:pt x="0" y="201"/>
                    <a:pt x="0" y="201"/>
                  </a:cubicBezTo>
                  <a:cubicBezTo>
                    <a:pt x="0" y="201"/>
                    <a:pt x="401" y="1135"/>
                    <a:pt x="434" y="1969"/>
                  </a:cubicBezTo>
                  <a:cubicBezTo>
                    <a:pt x="434" y="2803"/>
                    <a:pt x="1935" y="3036"/>
                    <a:pt x="1935" y="3036"/>
                  </a:cubicBezTo>
                </a:path>
              </a:pathLst>
            </a:custGeom>
            <a:solidFill>
              <a:schemeClr val="dk1"/>
            </a:solidFill>
            <a:ln w="500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8"/>
            <p:cNvSpPr/>
            <p:nvPr/>
          </p:nvSpPr>
          <p:spPr>
            <a:xfrm>
              <a:off x="4716875" y="1395600"/>
              <a:ext cx="89250" cy="125075"/>
            </a:xfrm>
            <a:custGeom>
              <a:avLst/>
              <a:gdLst/>
              <a:ahLst/>
              <a:cxnLst/>
              <a:rect l="l" t="t" r="r" b="b"/>
              <a:pathLst>
                <a:path w="3570" h="5003" extrusionOk="0">
                  <a:moveTo>
                    <a:pt x="1335" y="1"/>
                  </a:moveTo>
                  <a:cubicBezTo>
                    <a:pt x="968" y="401"/>
                    <a:pt x="668" y="2202"/>
                    <a:pt x="668" y="2202"/>
                  </a:cubicBezTo>
                  <a:lnTo>
                    <a:pt x="1135" y="2636"/>
                  </a:lnTo>
                  <a:lnTo>
                    <a:pt x="467" y="2603"/>
                  </a:lnTo>
                  <a:lnTo>
                    <a:pt x="0" y="4904"/>
                  </a:lnTo>
                  <a:cubicBezTo>
                    <a:pt x="438" y="4979"/>
                    <a:pt x="932" y="5003"/>
                    <a:pt x="1379" y="5003"/>
                  </a:cubicBezTo>
                  <a:cubicBezTo>
                    <a:pt x="2123" y="5003"/>
                    <a:pt x="2736" y="4938"/>
                    <a:pt x="2736" y="4938"/>
                  </a:cubicBezTo>
                  <a:cubicBezTo>
                    <a:pt x="3003" y="3904"/>
                    <a:pt x="3570" y="868"/>
                    <a:pt x="3570" y="868"/>
                  </a:cubicBezTo>
                  <a:lnTo>
                    <a:pt x="133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8"/>
            <p:cNvSpPr/>
            <p:nvPr/>
          </p:nvSpPr>
          <p:spPr>
            <a:xfrm>
              <a:off x="4165650" y="1587400"/>
              <a:ext cx="138450" cy="289750"/>
            </a:xfrm>
            <a:custGeom>
              <a:avLst/>
              <a:gdLst/>
              <a:ahLst/>
              <a:cxnLst/>
              <a:rect l="l" t="t" r="r" b="b"/>
              <a:pathLst>
                <a:path w="5538" h="11590" extrusionOk="0">
                  <a:moveTo>
                    <a:pt x="2169" y="1"/>
                  </a:moveTo>
                  <a:cubicBezTo>
                    <a:pt x="2169" y="1"/>
                    <a:pt x="1501" y="8007"/>
                    <a:pt x="1134" y="8874"/>
                  </a:cubicBezTo>
                  <a:cubicBezTo>
                    <a:pt x="768" y="9708"/>
                    <a:pt x="0" y="10975"/>
                    <a:pt x="267" y="11109"/>
                  </a:cubicBezTo>
                  <a:cubicBezTo>
                    <a:pt x="518" y="11221"/>
                    <a:pt x="1003" y="11589"/>
                    <a:pt x="1292" y="11589"/>
                  </a:cubicBezTo>
                  <a:cubicBezTo>
                    <a:pt x="1348" y="11589"/>
                    <a:pt x="1397" y="11575"/>
                    <a:pt x="1435" y="11543"/>
                  </a:cubicBezTo>
                  <a:cubicBezTo>
                    <a:pt x="1635" y="11342"/>
                    <a:pt x="1735" y="11309"/>
                    <a:pt x="2235" y="11209"/>
                  </a:cubicBezTo>
                  <a:cubicBezTo>
                    <a:pt x="2736" y="11109"/>
                    <a:pt x="2636" y="8907"/>
                    <a:pt x="2636" y="8907"/>
                  </a:cubicBezTo>
                  <a:lnTo>
                    <a:pt x="5538" y="735"/>
                  </a:lnTo>
                  <a:lnTo>
                    <a:pt x="2169" y="1"/>
                  </a:lnTo>
                  <a:close/>
                </a:path>
              </a:pathLst>
            </a:custGeom>
            <a:solidFill>
              <a:srgbClr val="F8D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8"/>
            <p:cNvSpPr/>
            <p:nvPr/>
          </p:nvSpPr>
          <p:spPr>
            <a:xfrm>
              <a:off x="4322425" y="908350"/>
              <a:ext cx="229350" cy="233775"/>
            </a:xfrm>
            <a:custGeom>
              <a:avLst/>
              <a:gdLst/>
              <a:ahLst/>
              <a:cxnLst/>
              <a:rect l="l" t="t" r="r" b="b"/>
              <a:pathLst>
                <a:path w="9174" h="9351" extrusionOk="0">
                  <a:moveTo>
                    <a:pt x="8301" y="1"/>
                  </a:moveTo>
                  <a:cubicBezTo>
                    <a:pt x="7733" y="1"/>
                    <a:pt x="6961" y="279"/>
                    <a:pt x="6305" y="410"/>
                  </a:cubicBezTo>
                  <a:cubicBezTo>
                    <a:pt x="5137" y="644"/>
                    <a:pt x="4404" y="344"/>
                    <a:pt x="3570" y="1344"/>
                  </a:cubicBezTo>
                  <a:cubicBezTo>
                    <a:pt x="2702" y="2345"/>
                    <a:pt x="3269" y="3446"/>
                    <a:pt x="3103" y="4413"/>
                  </a:cubicBezTo>
                  <a:cubicBezTo>
                    <a:pt x="2936" y="5381"/>
                    <a:pt x="1468" y="5614"/>
                    <a:pt x="734" y="6948"/>
                  </a:cubicBezTo>
                  <a:cubicBezTo>
                    <a:pt x="0" y="8316"/>
                    <a:pt x="1335" y="9350"/>
                    <a:pt x="1335" y="9350"/>
                  </a:cubicBezTo>
                  <a:cubicBezTo>
                    <a:pt x="2369" y="8550"/>
                    <a:pt x="4570" y="8116"/>
                    <a:pt x="5504" y="6648"/>
                  </a:cubicBezTo>
                  <a:cubicBezTo>
                    <a:pt x="6472" y="5147"/>
                    <a:pt x="6138" y="3713"/>
                    <a:pt x="6338" y="2379"/>
                  </a:cubicBezTo>
                  <a:cubicBezTo>
                    <a:pt x="6458" y="1395"/>
                    <a:pt x="7251" y="1257"/>
                    <a:pt x="7687" y="1257"/>
                  </a:cubicBezTo>
                  <a:cubicBezTo>
                    <a:pt x="7857" y="1257"/>
                    <a:pt x="7973" y="1278"/>
                    <a:pt x="7973" y="1278"/>
                  </a:cubicBezTo>
                  <a:lnTo>
                    <a:pt x="8406" y="2112"/>
                  </a:lnTo>
                  <a:cubicBezTo>
                    <a:pt x="8406" y="2112"/>
                    <a:pt x="9174" y="1912"/>
                    <a:pt x="9107" y="711"/>
                  </a:cubicBezTo>
                  <a:cubicBezTo>
                    <a:pt x="9063" y="170"/>
                    <a:pt x="8744" y="1"/>
                    <a:pt x="8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8"/>
            <p:cNvSpPr/>
            <p:nvPr/>
          </p:nvSpPr>
          <p:spPr>
            <a:xfrm>
              <a:off x="4201500" y="1518800"/>
              <a:ext cx="152650" cy="97825"/>
            </a:xfrm>
            <a:custGeom>
              <a:avLst/>
              <a:gdLst/>
              <a:ahLst/>
              <a:cxnLst/>
              <a:rect l="l" t="t" r="r" b="b"/>
              <a:pathLst>
                <a:path w="6106" h="3913" extrusionOk="0">
                  <a:moveTo>
                    <a:pt x="1402" y="0"/>
                  </a:moveTo>
                  <a:cubicBezTo>
                    <a:pt x="815" y="0"/>
                    <a:pt x="368" y="43"/>
                    <a:pt x="368" y="43"/>
                  </a:cubicBezTo>
                  <a:lnTo>
                    <a:pt x="1" y="3112"/>
                  </a:lnTo>
                  <a:lnTo>
                    <a:pt x="4871" y="3912"/>
                  </a:lnTo>
                  <a:lnTo>
                    <a:pt x="6105" y="1344"/>
                  </a:lnTo>
                  <a:cubicBezTo>
                    <a:pt x="5838" y="1077"/>
                    <a:pt x="3970" y="510"/>
                    <a:pt x="3970" y="510"/>
                  </a:cubicBezTo>
                  <a:lnTo>
                    <a:pt x="3537" y="1044"/>
                  </a:lnTo>
                  <a:lnTo>
                    <a:pt x="3537" y="310"/>
                  </a:lnTo>
                  <a:cubicBezTo>
                    <a:pt x="2962" y="58"/>
                    <a:pt x="2087" y="0"/>
                    <a:pt x="14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769A766F-99CB-EC41-4A9E-6C018CF4E1E5}"/>
              </a:ext>
            </a:extLst>
          </p:cNvPr>
          <p:cNvPicPr>
            <a:picLocks noChangeAspect="1"/>
          </p:cNvPicPr>
          <p:nvPr/>
        </p:nvPicPr>
        <p:blipFill>
          <a:blip r:embed="rId3"/>
          <a:stretch>
            <a:fillRect/>
          </a:stretch>
        </p:blipFill>
        <p:spPr>
          <a:xfrm>
            <a:off x="6861419" y="101483"/>
            <a:ext cx="2061254" cy="1924529"/>
          </a:xfrm>
          <a:prstGeom prst="rect">
            <a:avLst/>
          </a:prstGeom>
        </p:spPr>
      </p:pic>
    </p:spTree>
  </p:cSld>
  <p:clrMapOvr>
    <a:masterClrMapping/>
  </p:clrMapOvr>
</p:sld>
</file>

<file path=ppt/theme/theme1.xml><?xml version="1.0" encoding="utf-8"?>
<a:theme xmlns:a="http://schemas.openxmlformats.org/drawingml/2006/main" name="New Product Launch Marketing Plan by Slidesgo">
  <a:themeElements>
    <a:clrScheme name="Simple Light">
      <a:dk1>
        <a:srgbClr val="0D0D0D"/>
      </a:dk1>
      <a:lt1>
        <a:srgbClr val="F3F3F3"/>
      </a:lt1>
      <a:dk2>
        <a:srgbClr val="8C8C8C"/>
      </a:dk2>
      <a:lt2>
        <a:srgbClr val="595859"/>
      </a:lt2>
      <a:accent1>
        <a:srgbClr val="3C735F"/>
      </a:accent1>
      <a:accent2>
        <a:srgbClr val="4CB18C"/>
      </a:accent2>
      <a:accent3>
        <a:srgbClr val="BEEDD8"/>
      </a:accent3>
      <a:accent4>
        <a:srgbClr val="85E0BE"/>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488</Words>
  <Application>Microsoft Office PowerPoint</Application>
  <PresentationFormat>On-screen Show (16:9)</PresentationFormat>
  <Paragraphs>82</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Roboto</vt:lpstr>
      <vt:lpstr>Arial</vt:lpstr>
      <vt:lpstr>Raleway</vt:lpstr>
      <vt:lpstr>Times New Roman</vt:lpstr>
      <vt:lpstr>Segoe UI</vt:lpstr>
      <vt:lpstr>Kanit Medium</vt:lpstr>
      <vt:lpstr>Nunito Light</vt:lpstr>
      <vt:lpstr>Bebas Neue</vt:lpstr>
      <vt:lpstr>New Product Launch Marketing Plan by Slidesgo</vt:lpstr>
      <vt:lpstr>  حين تجتمع الموارد مع الفرص، يبدأ الأثر</vt:lpstr>
      <vt:lpstr>محتويات الشرح</vt:lpstr>
      <vt:lpstr>المشكلة</vt:lpstr>
      <vt:lpstr>الحل</vt:lpstr>
      <vt:lpstr>كيف تعمل تمكين؟</vt:lpstr>
      <vt:lpstr>من نخدم؟</vt:lpstr>
      <vt:lpstr>القيمة التي تقدمها تمكين</vt:lpstr>
      <vt:lpstr>رؤيتنا</vt:lpstr>
      <vt:lpstr>شكراً لوقتكم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Kade Scottson</cp:lastModifiedBy>
  <cp:revision>2</cp:revision>
  <dcterms:modified xsi:type="dcterms:W3CDTF">2026-09-22T02:15:33Z</dcterms:modified>
</cp:coreProperties>
</file>